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Technique choices become operational through annotation platforms. This part maps open-source editors and commercial platforms to modality needs, lists four features every production tool should provide, and walks a minimal object-detection workflow with LabelImg.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the end of this part, you should name representative open-source and commercial annotation tools, list four features effective platforms should provide, and outline a minimal bounding-box workflow suitable for small detection projects.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Open-source tools suit research teams and pilots that need customization without license cost. LabelImg provides a lightweight interface for drawing bounding boxes and exporting PASCAL VOC-style XML, common in small object-detection projects tied to benchmarks such as PASCAL VOC and COCO. Label Studio supports text, image, audio, and video with configurable templates and optional model-assisted pre-labeling that implements the semi-automated pattern from the previous part. CVAT—the Computer Vision Annotation Tool—targets image and video with boxes, polygons, tracks, and team workflows for larger vision efforts.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Commercial platforms add managed workforces, service-level agreements, and enterprise integrations for high-volume programs. Vendors such as Scale AI and Appen combine tooling with contracted annotators. NLP-focused products such as Prodigy emphasize tight active-learning loops for text. Product names change quickly; treat the list as illustrative of capability classes rather than an endorsement ranking. Many teams prototype in open-source tools and move to commercial platforms when scale or managed quality assurance becomes the bottleneck.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Match the tool to modality and workflow: vision-heavy projects need box, mask, or track support; natural language processing projects need span and document interfaces. Also check collaboration, export formats, API hooks for pre-labeling, and whether inter-annotator agreement or audit trails are built in. Effective platforms typically provide schema definition and validation, role-based collaboration, version history or export snapshots, and hooks for quality review such as duplicate labeling or adjudication queues. If a candidate tool lacks those four, plan external quality-control processes before production labeling.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 4.29 summarizes a minimal LabelImg path for object detection. Install the editor, open an image directory, draw a rectangle per object, assign a class label, and save VOC-compatible XML for downstream training. Before scaling, review a handful of exports to confirm class names, box tightness, and consistent handling of occluded objects. The same export-check habit applies to other box editors. Open the example 29 module for this chapter to follow the workflow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Selection depends on modality, scale, integration with machine learning workflows, and budget. Open-source options favor customization and bring-your-own annotators; commercial options favor volume, managed labor, and SLA-bound programs. The right choice is the one that supports your schema, collaboration model, and QC gates—not the flashiest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LabelImg, Label Studio, and CVAT cover common research and vision needs; commercial vendors add managed scale. Require schema validation, collaboration, versioned exports, and QC hooks. Always audit a small export batch before labeling thousands of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for the quiz, then continue to the next part on quality control—annotation errors, inter-annotator agreement, gold-set audits, and annotator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Chapter 4 — Tools for data annotation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Technique choices become operational through annotation platforms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4 — Tools For Annotation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Name representative open-source and commercial annotation tools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Outline a minimal bounding-box workflow suitable for small detection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4 — Tools For Annotation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Open-source annotation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Open-source tools suit research teams and pilots that need customization without license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Common in small object-detection projects tied to benchmarks such as PASCAL VOC and COCO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Label Studio supports text, image, audio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Team workflows for larger vision efforts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4 — Tools For Annotation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Commercial annotation platforms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Commercial platforms add managed workforces, service-level agreements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Vendors such as Scale AI and Appen combine tooling with contracted annotators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NLP-focused products such as Prodigy emphasize tight active-learning loops for text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Product names change quickly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Many teams prototype in open-source tools and move to commercial platforms when scale 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4 — Tools For Annotation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Four required platform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Match the tool to modality and workflow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Also check collaboration, export formats, API hooks for pre-labeling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Hooks for quality review such as duplicate labeling or adjudication queues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If a candidate tool lacks those four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4 — Tools For Annotation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Example 4.29 — LabelImg box-label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Example 4.29 — hands-on module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Example 4.29 summarizes a minimal LabelImg path for object detection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Save VOC-compatible XML for downstream training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Before scaling, review a handful of exports to confirm class names, box tightness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The same export-check habit applies to other box editors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View files: `modules/chapter4/example29/`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4 — Tools For Annotation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Choosing tools for your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Selection depends on modality, scale, integration with machine learning workflows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Open-source options favor customization and bring-your-own annotators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The right choice is the one that supports your schema, collaboration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4 — Tools For Annotation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LabelImg, Label Studio, and CVAT cover common research and vision needs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Require schema validation, collaboration, versioned exports, and QC hooks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Always audit a small export batch before labeling thousands of images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4 — Tools For Annotation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>
              <a:spcAft>
                <a:spcPts val="1000"/>
              </a:spcAft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Annotator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4 — Tools For Annotation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