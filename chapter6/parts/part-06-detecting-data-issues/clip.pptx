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finds problems; Chapter 5 fixes them. This part lists detection signals for missingness, outliers, duplicates, inconsistency, and class imbalance—with explicit handoffs to cleaning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name detection methods for five defect classes and explain the explore-then-repair loop with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null counts, column-wise sums, and missingness heatmaps. Example 6.6 profiles clinical missingness. Classify MCAR, MAR, or MNAR, then choose imputation or deletion in Chapter 5—not during blind exploration without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6.6 shows how missing labs appear across patients. Open the example 6 module for this chapter to read a missingness heatmap narrative. Document patterns before imputing.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Detect outliers with box plots, scatter plots, Z-scores, and IQR rules. Example 6.7 places outliers in a fraud transaction setting. Find duplicates with duplicated checks on keys. Decide whether outliers are errors, rare valid events, or noise before treatment.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Frequency tables surface format drift—Example 6.8 shows city name inconsistency. Bar charts of class counts reveal imbalance typical in fraud screens. Standardize labels in Chapter 5; address imbalance with resampling or weights before 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6.8 is a geographic label conflict visible in value counts. Try the example 8 module to see how exploration precedes standardization. Keep a log of plots that motivated each cleaning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detection is deliberate routing, not silent fixing. Each defect class has visual and tabular signals. Repair workflows live in Chapter 5; exploration returns after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the EDA workflow and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Detecting data issues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EDA finds problems; Chapter 5 fixes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Detecting Data Issues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detection methods for five defect classes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Explain the explore-then-repair loop with Chapter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Detecting Data Issues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Missing data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 null counts, column-wise sums, and missingness heatmaps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6.6 profiles clinical missingness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Classify MCAR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Detecting Data Issues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6.6 — Healthcare missingness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6.6 — hands-on module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6.6 shows how missing labs appear across patients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Explore the chapter example module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`modules/chapter6/example6/`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Detecting Data Issues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Outliers and duplicates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Detect outliers with box plots, scatter plots, Z-scores, and IQR rules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6.7 places outliers in a fraud transaction setting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Find duplicates with duplicated checks on keys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Decide whether outliers are errors, rare valid events, or noise before treatment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Detecting Data Issues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Inconsistency and imbalance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Frequency tables surface format drift, Example 6.8 shows city name inconsistency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Bar charts of class counts reveal imbalance typical in fraud screens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Standardize labels in Chapter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Detecting Data Issues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6.8 — City name inconsistency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6.8 — hands-on module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geographic label conflict visible in value counts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Explore the chapter example module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`modules/chapter6/example8/`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Detecting Data Issues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EDA detection is deliberate routing, not silent fixing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Each defect class has visual and tabular signals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Repair workflows live in Chapter 5; exploration returns after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Detecting Data Issues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the EDA workflow and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Detecting Data Issues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