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Notebook EDA on static CSVs is the baseline; large and streaming datasets push new tooling and pipeline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the end of this part, you should name trends in automated EDA, outline challenges for streaming exploration, and describe how EDA hooks into ML pipelines.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 generators and AutoML front-ends accelerate first passes on wide tables. They help triage columns and missingness but require human review for domain validity, leakage, and fairness implications connected to Chapter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Batch assumptions fail when data never stops arriving. Sliding windows, online summaries, and sampled visualizations replace full-table scans. Latency and consistency constraints mirror Chapter 5 streaming preprocessing themes.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Exploration informs feature stores, train-validation splits, and monitoring baselines. Documented EDA artifacts become regression tests when production data drifts—summary stats and plot templates detect shift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7 deepens bias and fairness analysis once exploration reveals segment disparities. Strong EDA logs make later modeling and auditing more trustworthy.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Automation scales the first pass; humans keep domain judgment. Streaming and pipeline integration extend EDA beyond one-off notebooks.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for the quiz. You have completed the Chapter 6 learning path—return to the chapter landing page for the full deck or browse module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Chapter 6 — Advanced topics and future directions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Notebook EDA on static CSVs is the baseline; large and streaming datasets push new tooling and pipeline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Advanced Topics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Name trends in automated EDA, outline challenges for streaming exploration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Describe how EDA hooks into ML pipelines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Advanced Topics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Automated EDA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Report generators and AutoML front-ends accelerate first passes on wide tables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Fairness implications connected to Chapter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Advanced Topics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EDA in big data and streaming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Batch assumptions fail when data never stops arriving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Sliding windows, online summaries, and sampled visualizations replace full-table scans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Latency and consistency constraints mirror Chapter 5 streaming preprocessing themes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Advanced Topics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Integration with ML pipelines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Exploration informs feature stores, train-validation splits, and monitoring baselines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Documented EDA artifacts become regression tests when production data drifts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Advanced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Looking ahead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Chapter 7 deepens bias and fairness analysis once exploration reveals segment disparities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Strong EDA logs make later modeling and auditing more trustworthy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Advanced Topics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Automation scales the first pass; humans keep domain judgment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Streaming and pipeline integration extend EDA beyond one-off notebooks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Advanced Topics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Pause for the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Advanced Topics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