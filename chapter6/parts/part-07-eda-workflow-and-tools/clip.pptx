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Exploration needs a repeatable sequence and a tool stack. This part walks four linked steps and maps them to pandas, matplotlib, seaborn, and automated profiling helpers.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the end of this part, you should outline the four-step EDA process, name core Python libraries for tables and plots, and recognize when automated profiling accelerates a first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structure with head, dtypes, and missing or duplicate flags. Know which columns are numeric, categorical, or temporal before summarizing. Example 6.1 begins here on the e-commerce customer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Compute means, medians, modes, variance, and standard deviation for numerics; counts and percentages for categories. describe() in pandas bundles many numeric summaries—interpret alongside type checks from the previous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histograms, box plots, scatter plots, and bar charts from earlier parts. Visualization reveals patterns summaries alone miss and supports stakeholder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Section 6.4 as a checklist, repair in Chapter 5, then re-explore. Iteration is normal: a fixed table may expose new relationship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pandas handles tables—read_csv, describe, isnull, drop_duplicates. matplotlib provides base plotting; seaborn adds statistical aesthetics like histplot with KDE. R users mirror many steps with dplyr and ggplot2 mentioned in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Libraries such as pandas-profiling or ydata-profiling generate summary reports quickly—useful for wide tables, but review automated outputs critically and document overrides. Automation starts exploration; it does not replace domain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understand, summarize, visualize, quality-check in order. pandas plus seaborn cover most chapter workflows. Automate the first pass, then drill into anomalies manually.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for the quiz, then continue to advanced EDA techniques including correlation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Chapter 6 — EDA workflow and tools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Exploration needs a repeatable sequence and a tool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Eda Workflow And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Eda Workflow And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Step 1 — Data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Review structure with head, dtypes, and missing or duplicate flags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Know which columns are numeric, categorical, or temporal before summarizing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Example 6.1 begins here on the e-commerce customer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Eda Workflow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Step 2 — Descriptive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Compute means, medians, modes, variance, and standard deviation for numerics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Describe() in pandas bundles many numeric summaries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Eda Workflow And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Step 3 —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Apply histograms, box plots, scatter plots, and bar charts from earlier parts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Visualization reveals patterns summaries alone miss and supports stakeholder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Eda Workflow And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Step 4 — Data quality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Use Section 6.4 as a checklist, repair in Chapter 5, then re-explore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Iteration is normal: a fixed table may expose new relationship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Eda Workflow And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Tools — pandas, matplotlib, seaborn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Pandas handles tables, read_csv, describe, isnull, drop_duplicates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Matplotlib provides base plotting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 users mirror many steps with dplyr and ggplot2 mentioned in the chapter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Eda Workflow And Tools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Automating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Libraries such as pandas-profiling or ydata-profiling generate summary reports quickly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Automation starts exploration; it does not replace domain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Eda Workflow And Tools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Follow understand, summarize, visualize, quality-check in order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Pandas plus seaborn cover most chapter workflows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Automate the first pass, then drill into anomalies manually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Eda Workflow And Tools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to advanced EDA techniques including correlation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Eda Workflow And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