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Exploration is also communication and reproducibility. This part covers chart choice, honest axes, documenting decisions, notebook workflows, and stakeholder storytelling.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select charts by analysis type, avoid misleading visual design, document EDA steps, and tailor presentations to technical versus non-technical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EDA surfaces defects, log what you found and apply Chapter 5 repairs. Short notes tying plots to cleaning actions support reproducibility and later model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Histograms and box plots for univariate numerics; bar charts for categories; scatter plots for two continuous variables; heatmaps for correlation matrices; pair plots for multivariate tours. Simplicity beats decorative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truncate axes to exaggerate differences, overload color, or cherry-pick time windows. Anscombe's quartet reminds us identical summaries can hide different shapes—plots must be read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steps in notebooks or scripts; explain why transforms or charts were chosen. Use version control for analysis artifacts. Markdown cells in Jupyter should state the question each plot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Tailor depth to the audience—statistical detail for engineers, decisions and recommendations for executives. Each chart should convey one message; sequence visuals to build a narrative from distributions to relationships to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EDA is reproducible and honest. Chart choice and annotation matter as much as code. Link exploration logs to cleaning and modeling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common pitfalls in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Best practices in EDA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Exploration is also communication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Select charts by analysis type, avoid misleading visual design, document EDA steps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Tailor presentations to technical versus non-technical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Linking detection to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EDA surfaces defects, log what you found and apply Chapter 5 repairs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Short notes tying plots to cleaning actions support reproducibility and later model audits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Choosing the right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Histograms and box plots for univariate numerics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Simplicity beats decorative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Avoiding misleading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truncate axes to exaggerate differences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Anscombe's quartet reminds us identical summaries can hide different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Document steps in notebooks or scripts; explain why transforms or charts were chosen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version control for analysis artifacts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Markdown cells in Jupyter should state the question each plot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Collaboration and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Tailor depth to the audience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chart should convey one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Good EDA is reproducible and honest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Chart choice and annotation matter as much as code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Link exploration logs to cleaning and modeling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common pitfalls in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09 Best Practices In 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