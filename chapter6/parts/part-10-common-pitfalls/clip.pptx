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experienced analysts over-read charts, ignore quality problems, or stop after one pass. This part names exploration-specific pitfalls and how to avoid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part, you should recognize visualization overfitting, confirmation bias, neglected quality checks, and premature closure of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 many variables, categories, or colors clutter charts and invite false patterns. Spurious correlations and cherry-picked time ranges can look convincing. Prefer simple charts, fair axes, and follow-up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one-day sales spike may be a promotion, not a trend. Weak correlations become overstated when charts are tuned to impress. Example 6.5's weather cue still needs confirmatory analysis—not instant causation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missingness, duplicates, or inconsistent labels undermines every plot built on top. Section 6.4 exists to prevent exploring broken tables as if they were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Searching only for evidence that supports a favored hypothesis hides contradictory views. EDA should be iterative: new plots after cleaning, new questions after surprises. Example 6.4 warns against forcing linear stories on nonlinear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Simplify visuals, validate patterns, fix quality first, and iterate. Pitfalls are cognitive as much as technical—process discipline reduces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the quiz, then continue to domain case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6 — Common pitfalls in EDA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Even experienced analysts over-read charts, ignore quality problems, or stop after one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Common Pitfalls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Recognize visualization overfitting, confirmation bias, neglected quality 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Premature closure of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Common Pitfalls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Overfitting with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Too many variables, categories, or colors clutter charts and invite false patterns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Spurious correlations and cherry-picked time ranges can look convincing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simple charts, fair axes, and follow-up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Common Pitfalls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Misreading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one-day sales spike may be a promotion, not a trend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Weak correlations become overstated when charts are tuned to impress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6.5's weather cue still needs confirmatory analysis, not instant causation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Common Pitfalls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Ignoring data quality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missingness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Section 6.4 exists to prevent exploring broken tables as if they were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Common Pitfalls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Confirmation bias and lack of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Searching only for evidence that supports a favored hypothesis hides contradictory views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EDA should be iterative: new plots after cleaning, new questions after surprises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6.4 warns against forcing linear stories on nonlinear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Common Pitfalls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Simplify visuals, validate patterns, fix quality first, and iterate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Pitfalls are cognitive as much as technical, process discipline reduces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Common Pitfalls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domain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Common Pitfalls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