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Domain narratives show how summaries, plots, and quality checks combine. This part tours retail, healthcare, fraud, e-commerce segmentation, and climate monitoring.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 the end of this part, you should outline EDA steps for retail segmentation and clinical outcome tables and identify exploration priorities in fraud and climate settings.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E-commerce segmentation faces missing age or frequency fields, inconsistent product capitalization, and mixed currencies. EDA profiles missingness, standardizes text and currency, scales spend features, then supports clustering for targeted campaigns.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Clinical records mix labs, history, and outcomes with missing vitals, outlier readings, and inconsistent smoker labels. Box plots and IQR screens flag vitals; categorical standardization and scaling precede outcome models.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Transaction EDA emphasizes extreme amounts, rare positive class counts, and time patterns. Example 6.7 places outliers in a financial setting—explore class imbalance before trusting accuracy. Open the example 7 module for fraud-oriented summaries.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Customer segmentation repeats retail motifs—RFM-style features, geography, and product mix. Climate monitoring stresses temporal plots, missing sensors, and distribution shifts across regions or seasons.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Example 6.5 shows how exploratory correlation can suggest seasonal hypotheses worth later testing. Try the example 5 module to connect domain questions with plot choices.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Case studies share a pattern: profile, visualize, detect issues, clean, re-explore. Domain dictates which defects and relationships matter most.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Pause for the quiz, then continue to advanced topics and future directions.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</a:pPr>
            <a:r>
              <a:rPr sz="4000" b="1">
                <a:solidFill>
                  <a:srgbClr val="1A1A2E"/>
                </a:solidFill>
                <a:latin typeface="Calibri"/>
              </a:rPr>
              <a:t>Chapter 6 — Case studies in EDA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</a:pPr>
            <a:r>
              <a:rPr sz="2600" b="0">
                <a:solidFill>
                  <a:srgbClr val="333333"/>
                </a:solidFill>
                <a:latin typeface="Calibri"/>
              </a:rPr>
              <a:t>Domain narratives show how summaries, plots, and quality checks combine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Case Studies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Outline EDA steps for retail segmentation and clinical outcome tables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Identify exploration priorities in fraud and climate settings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Case Studies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Retail sales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Mixed currencies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EDA profiles missingness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Case Studies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Healthcare data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Clinical records mix labs, history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Box plots and IQR screens flag vitals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Case Studies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Fraud detection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Transaction EDA emphasizes extreme amounts, rare positive class counts, and time patterns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Example 6.7 places outliers in a financial setting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Open the example 7 module for fraud-oriented summaries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Case Studies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E-commerce segmentation and climate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Customer segmentation repeats retail motifs, RFM-style features, geography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Climate monitoring stresses temporal plots, missing sensors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Case Studies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Example 6.5 — Sales and weather hypothesis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Example 6.5 — hands-on module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Example 6.5 shows how exploratory correlation can suggest seasonal hypotheses worth later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Explore the chapter example module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View files: `modules/chapter6/example5/`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Case Studies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Case studies share a pattern: profile, visualize, detect issues, clean, re-explore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Domain dictates which defects and relationships matter most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Case Studies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Complete the quiz for this part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Continue to advanced topics and future directions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Case Studies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