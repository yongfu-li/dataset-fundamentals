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Domain narratives show how summaries, plots, and quality checks combine. This part tours retail, healthcare, fraud, e-commerce segmentation, and climate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part, you should outline EDA steps for retail segmentation and clinical outcome tables and identify exploration priorities in fraud and climate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E-commerce segmentation faces missing age or frequency fields, inconsistent product capitalization, and mixed currencies. EDA profiles missingness, standardizes text and currency, scales spend features, then supports clustering for targeted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Clinical records mix labs, history, and outcomes with missing vitals, outlier readings, and inconsistent smoker labels. Box plots and IQR screens flag vitals; categorical standardization and scaling precede outcome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Transaction EDA emphasizes extreme amounts, rare positive class counts, and time patterns. Example 6.7 places outliers in a financial setting—explore class imbalance before trusting accuracy. Open the example 7 module for fraud-oriented summaries.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segmentation repeats retail motifs—RFM-style features, geography, and product mix. Climate monitoring stresses temporal plots, missing sensors, and distribution shifts across regions or seasons.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6.5 shows how exploratory correlation can suggest seasonal hypotheses worth later testing. Try the example 5 module to connect domain questions with plot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studies share a pattern: profile, visualize, detect issues, clean, re-explore. Domain dictates which defects and relationships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the quiz, then continue to advanced topics and future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6 — Case studies in EDA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Domain narratives show how summaries, plots, and quality checks combine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Case Studies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Outline EDA steps for retail segmentation and clinical outcome tables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Identify exploration priorities in fraud and climate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Case Studies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Retail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Mixed currencies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EDA profiles missingness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Case Studies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Healthcare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Clinical records mix labs, history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Box plots and IQR screens flag vitals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Case Studies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Transaction EDA emphasizes extreme amounts, rare positive class counts, and time patterns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6.7 places outliers in a financial setting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the example 7 module for fraud-oriented summaries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Case Studies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E-commerce segmentation and climate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Customer segmentation repeats retail motifs, RFM-style features, geography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Climate monitoring stresses temporal plots, missing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Case Studies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6.5 — Sales and weather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6.5 — hands-on module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6.5 shows how exploratory correlation can suggest seasonal hypotheses worth later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Explore the chapter example module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View files: `modules/chapter6/example5/`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Case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Case studies share a pattern: profile, visualize, detect issues, clean, re-explore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Domain dictates which defects and relationships matter most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Case Studies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advanced topics and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Case Studies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