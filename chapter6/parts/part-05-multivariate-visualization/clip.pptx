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When more than two features matter, pair plots, heatmaps, parallel coordinates, PCA, and t-SNE help you see structure—each with interpretive limits.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By the end of this part, you should explain pair plots and parallel-coordinate uses, describe PCA as a variance-maximizing projection, and state cautions for t-SNE cluster views.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Heatmaps color-code matrix values—default for correlation tables. Pair plots show every pairwise scatter for continuous features, giving a quick tour of age, income, spend, and frequency together.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variable is a vertical axis; each row is a polyline across axes. Useful for finding similar customer profiles in moderate dimensions—color by category to separate product mixes.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PCA builds orthogonal components capturing successive maximum variance directions. Plotting the first two or three components can reveal clusters invisible in raw feature space. PCA is linear; nonlinear structure may need other tools.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t-SNE emphasizes local neighborhoods in two or three dimensions—helpful for cluster discovery after optional PCA pre-reduction on large tables. Interpret distances between distant clusters cautiously; t-SNE is primarily a local structure tool.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Example 6.9 links geography to purchase hypotheses—multivariate views help test whether regional segments differ once several features are viewed together. Open the example 9 module for this chapter to explore grouped and reduced views.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Escalate plot complexity only when the question requires it. PCA and t-SNE are exploratory projections, not replacements for domain validation. Pair plots remain the honest first multivariate screen.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Pause for the quiz, then continue to detecting data issues during EDA.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11064240" cy="2743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spcAft>
                <a:spcPts val="400"/>
              </a:spcAft>
            </a:pPr>
            <a:r>
              <a:rPr sz="4000" b="1">
                <a:solidFill>
                  <a:srgbClr val="1A1A2E"/>
                </a:solidFill>
                <a:latin typeface="Calibri"/>
              </a:rPr>
              <a:t>Chapter 6 — Multivariate visualization</a:t>
            </a:r>
          </a:p>
          <a:p>
            <a:pPr algn="ctr">
              <a:lnSpc>
                <a:spcPts val="2200"/>
              </a:lnSpc>
              <a:spcBef>
                <a:spcPts val="1400"/>
              </a:spcBef>
            </a:pPr>
            <a:r>
              <a:rPr sz="2600" b="0">
                <a:solidFill>
                  <a:srgbClr val="333333"/>
                </a:solidFill>
                <a:latin typeface="Calibri"/>
              </a:rPr>
              <a:t>When more than two features matter, pair plots, heatmaps, parallel coordinates, PCA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Chapter 6 — 05 Multivariate Visualization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Learning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1000"/>
              </a:spcAft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Explain pair plots and parallel-coordinate uses</a:t>
            </a:r>
          </a:p>
          <a:p>
            <a:pPr>
              <a:spcAft>
                <a:spcPts val="1000"/>
              </a:spcAft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State cautions for t-SNE cluster views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Chapter 6 — 05 Multivariate Visualization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Heatmaps and pair plots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1000"/>
              </a:spcAft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Heatmaps color-code matrix values, default for correlation tables</a:t>
            </a:r>
          </a:p>
          <a:p>
            <a:pPr>
              <a:spcAft>
                <a:spcPts val="1000"/>
              </a:spcAft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Frequency together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Chapter 6 — 05 Multivariate Visualization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Parallel coordinates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1000"/>
              </a:spcAft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Each variable is a vertical axis; each row is a polyline across axes</a:t>
            </a:r>
          </a:p>
          <a:p>
            <a:pPr>
              <a:spcAft>
                <a:spcPts val="1000"/>
              </a:spcAft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Useful for finding similar customer profiles in moderate dimensions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Chapter 6 — 05 Multivariate Visualization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Principal component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1000"/>
              </a:spcAft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PCA builds orthogonal components capturing successive maximum variance directions</a:t>
            </a:r>
          </a:p>
          <a:p>
            <a:pPr>
              <a:spcAft>
                <a:spcPts val="1000"/>
              </a:spcAft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Plotting the first two or three components can reveal clusters invisible in raw feature</a:t>
            </a:r>
          </a:p>
          <a:p>
            <a:pPr>
              <a:spcAft>
                <a:spcPts val="1000"/>
              </a:spcAft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PCA is linear; nonlinear structure may need other tools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Chapter 6 — 05 Multivariate Visualization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t-SNE embeddings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1000"/>
              </a:spcAft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T-SNE emphasizes local neighborhoods in two or three dimensions</a:t>
            </a:r>
          </a:p>
          <a:p>
            <a:pPr>
              <a:spcAft>
                <a:spcPts val="1000"/>
              </a:spcAft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Interpret distances between distant clusters cautiously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Chapter 6 — 05 Multivariate Visualization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Example 6.9 — Geography and purchase frequency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1000"/>
              </a:spcAft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Example 6.9 — hands-on module</a:t>
            </a:r>
          </a:p>
          <a:p>
            <a:pPr>
              <a:spcAft>
                <a:spcPts val="1000"/>
              </a:spcAft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Example 6.9 links geography to purchase hypotheses</a:t>
            </a:r>
          </a:p>
          <a:p>
            <a:pPr>
              <a:spcAft>
                <a:spcPts val="1000"/>
              </a:spcAft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Explore the chapter example module</a:t>
            </a:r>
          </a:p>
          <a:p>
            <a:pPr>
              <a:spcAft>
                <a:spcPts val="1000"/>
              </a:spcAft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View files: `modules/chapter6/example9/`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Chapter 6 — 05 Multivariate Visualization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Takeaways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1000"/>
              </a:spcAft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Escalate plot complexity only when the question requires it</a:t>
            </a:r>
          </a:p>
          <a:p>
            <a:pPr>
              <a:spcAft>
                <a:spcPts val="1000"/>
              </a:spcAft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PCA and t-SNE are exploratory projections, not replacements for domain validation</a:t>
            </a:r>
          </a:p>
          <a:p>
            <a:pPr>
              <a:spcAft>
                <a:spcPts val="1000"/>
              </a:spcAft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Pair plots remain the honest first multivariate screen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Chapter 6 — 05 Multivariate Visualization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1000"/>
              </a:spcAft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Complete the quiz for this part</a:t>
            </a:r>
          </a:p>
          <a:p>
            <a:pPr>
              <a:spcAft>
                <a:spcPts val="1000"/>
              </a:spcAft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Continue to detecting data issues during EDA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Chapter 6 — 05 Multivariate Visualization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