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more than two features matter, pair plots, heatmaps, parallel coordinates, PCA, and t-SNE help you see structure—each with interpretive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explain pair plots and parallel-coordinate uses, describe PCA as a variance-maximizing projection, and state cautions for t-SNE cluster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Heatmaps color-code matrix values—default for correlation tables. Pair plots show every pairwise scatter for continuous features, giving a quick tour of age, income, spend, and frequency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variable is a vertical axis; each row is a polyline across axes. Useful for finding similar customer profiles in moderate dimensions—color by category to separate product mixes.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PCA builds orthogonal components capturing successive maximum variance directions. Plotting the first two or three components can reveal clusters invisible in raw feature space. PCA is linear; nonlinear structure may need other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t-SNE emphasizes local neighborhoods in two or three dimensions—helpful for cluster discovery after optional PCA pre-reduction on large tables. Interpret distances between distant clusters cautiously; t-SNE is primarily a local structure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6.9 links geography to purchase hypotheses—multivariate views help test whether regional segments differ once several features are viewed together. Open the example 9 module for this chapter to explore grouped and reduced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Escalate plot complexity only when the question requires it. PCA and t-SNE are exploratory projections, not replacements for domain validation. Pair plots remain the honest first multivariate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quiz, then continue to detecting data issues during 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6 — Multivariate visualization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When more than two features matter, pair plots, heatmaps, parallel coordinates,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Multivariate Visualization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Explain pair plots and parallel-coordinate uses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State cautions for t-SNE cluster 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Multivariate Visualization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Heatmaps and pair plots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Heatmaps color-code matrix values, default for correlation tables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Frequency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Multivariate Visualization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Parallel coordinates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Each variable is a vertical axis; each row is a polyline across axes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Useful for finding similar customer profiles in moderate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Multivariate Visualization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Principal component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PCA builds orthogonal components capturing successive maximum variance directions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Plotting the first two or three components can reveal clusters invisible in raw feature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PCA is linear; nonlinear structure may need other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Multivariate Visualization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t-SNE embeddings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T-SNE emphasizes local neighborhoods in two or three dimensions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Interpret distances between distant clusters cautiously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Multivariate Visualization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6.9 — Geography and purchase frequency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6.9 — hands-on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6.9 links geography to purchase hypotheses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Explore the chapter example module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View files: `modules/chapter6/example9/`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Multivariate Visualization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Escalate plot complexity only when the question requires it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PCA and t-SNE are exploratory projections, not replacements for domain validation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Pair plots remain the honest first multivariate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Multivariate Visualization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>
              <a:spcAft>
                <a:spcPts val="1000"/>
              </a:spcAft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Continue to detecting data issues during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Multivariate Visualization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