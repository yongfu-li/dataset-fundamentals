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Graphics reveal patterns tables hide. This part covers histograms, box plots, scatter plots, and correlation-matrix heatmaps—the workhorse plots for one and two variables.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choose univariate plots for distribution checks, use scatter plots for pairwise relationships, and read a correlation heatmap at a screening level.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Visualization supports pattern recognition, quality assessment, hypothesis generation, and communication. In EDA, charts often detect missingness patterns, odd scales, and inconsistent categories before formal repair.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Histograms show frequency by bin—useful for age or spend shape. Box plots summarize median, quartiles, and outlier candidates via the IQR rule. Pie charts work for quick share checks with few categories; prefer bar charts when precision matters.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6.2 ties histogram or density shape to later methods. Open the example 2 module for this chapter to inspect skewed versus near-normal views. Box plots of income often show right-tail outliers matching Chapter 5 discussions.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Scatter plots expose linear or nonlinear association, clusters, and outliers—classic screens include advertising spend versus revenue. Correlation matrices store pairwise coefficients, often shown as heatmaps for scanning strong positive, negative, or near-zero pairs.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plots by category compare spend across product types; bar charts compare group means or totals. These views support segment comparisons that group-by tables started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chart type to variable count and question. Univariate plots check shape and outliers; bivariate plots screen relationships. Correlation heatmaps prioritize pairs for deeper analysis in later parts.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multivariate and high-dimensional visualization.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6 — Univariate and bivariate visualization</a:t>
            </a:r>
          </a:p>
          <a:p>
            <a:pPr algn="ctr">
              <a:lnSpc>
                <a:spcPts val="2200"/>
              </a:lnSpc>
              <a:spcBef>
                <a:spcPts val="1400"/>
              </a:spcBef>
            </a:pPr>
            <a:r>
              <a:rPr sz="2600" b="0">
                <a:solidFill>
                  <a:srgbClr val="333333"/>
                </a:solidFill>
                <a:latin typeface="Calibri"/>
              </a:rPr>
              <a:t>Graphics reveal patterns tables hide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univariate plots for distribution checks</a:t>
            </a:r>
          </a:p>
          <a:p>
            <a:pPr>
              <a:spcAft>
                <a:spcPts val="1000"/>
              </a:spcAft>
              <a:buChar char="•"/>
              <a:lnSpc>
                <a:spcPts val="2200"/>
              </a:lnSpc>
            </a:pPr>
            <a:r>
              <a:rPr sz="2000" b="0">
                <a:solidFill>
                  <a:srgbClr val="333333"/>
                </a:solidFill>
                <a:latin typeface="Calibri"/>
              </a:rPr>
              <a:t>Read a correlation heatmap at a screening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visualize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Visualization supports pattern recognition, quality assessment, hypothesis generation</a:t>
            </a:r>
          </a:p>
          <a:p>
            <a:pPr>
              <a:spcAft>
                <a:spcPts val="1000"/>
              </a:spcAft>
              <a:buChar char="•"/>
              <a:lnSpc>
                <a:spcPts val="2200"/>
              </a:lnSpc>
            </a:pPr>
            <a:r>
              <a:rPr sz="2000" b="0">
                <a:solidFill>
                  <a:srgbClr val="333333"/>
                </a:solidFill>
                <a:latin typeface="Calibri"/>
              </a:rPr>
              <a:t>In EDA, charts often detect missingness patterns, odd scales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Univariate plots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Histograms show frequency by bin, useful for age or spend shape</a:t>
            </a:r>
          </a:p>
          <a:p>
            <a:pPr>
              <a:spcAft>
                <a:spcPts val="1000"/>
              </a:spcAft>
              <a:buChar char="•"/>
              <a:lnSpc>
                <a:spcPts val="2200"/>
              </a:lnSpc>
            </a:pPr>
            <a:r>
              <a:rPr sz="2000" b="0">
                <a:solidFill>
                  <a:srgbClr val="333333"/>
                </a:solidFill>
                <a:latin typeface="Calibri"/>
              </a:rPr>
              <a:t>Box plots summarize median, quartiles, and outlier candidates via the IQR rule</a:t>
            </a:r>
          </a:p>
          <a:p>
            <a:pPr>
              <a:spcAft>
                <a:spcPts val="1000"/>
              </a:spcAft>
              <a:buChar char="•"/>
              <a:lnSpc>
                <a:spcPts val="2200"/>
              </a:lnSpc>
            </a:pPr>
            <a:r>
              <a:rPr sz="2000" b="0">
                <a:solidFill>
                  <a:srgbClr val="333333"/>
                </a:solidFill>
                <a:latin typeface="Calibri"/>
              </a:rPr>
              <a:t>Pie charts work for quick share checks with few categories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6.2 — Skewness informs model choice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6.2 — hands-on module</a:t>
            </a:r>
          </a:p>
          <a:p>
            <a:pPr>
              <a:spcAft>
                <a:spcPts val="1000"/>
              </a:spcAft>
              <a:buChar char="•"/>
              <a:lnSpc>
                <a:spcPts val="2200"/>
              </a:lnSpc>
            </a:pPr>
            <a:r>
              <a:rPr sz="2000" b="0">
                <a:solidFill>
                  <a:srgbClr val="333333"/>
                </a:solidFill>
                <a:latin typeface="Calibri"/>
              </a:rPr>
              <a:t>Example 6.2 ties histogram or density shape to later methods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`modules/chapter6/example2/`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Bivariate plots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Scatter plots expose linear or nonlinear association, clusters</a:t>
            </a:r>
          </a:p>
          <a:p>
            <a:pPr>
              <a:spcAft>
                <a:spcPts val="1000"/>
              </a:spcAft>
              <a:buChar char="•"/>
              <a:lnSpc>
                <a:spcPts val="2200"/>
              </a:lnSpc>
            </a:pPr>
            <a:r>
              <a:rPr sz="2000" b="0">
                <a:solidFill>
                  <a:srgbClr val="333333"/>
                </a:solidFill>
                <a:latin typeface="Calibri"/>
              </a:rPr>
              <a:t>Correlation matrices store pairwise coefficients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Categorical–numerical views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Box plots by category compare spend across product types</a:t>
            </a:r>
          </a:p>
          <a:p>
            <a:pPr>
              <a:spcAft>
                <a:spcPts val="1000"/>
              </a:spcAft>
              <a:buChar char="•"/>
              <a:lnSpc>
                <a:spcPts val="2200"/>
              </a:lnSpc>
            </a:pPr>
            <a:r>
              <a:rPr sz="2000" b="0">
                <a:solidFill>
                  <a:srgbClr val="333333"/>
                </a:solidFill>
                <a:latin typeface="Calibri"/>
              </a:rPr>
              <a:t>These views support segment comparisons that group-by tables started numerically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Match chart type to variable count and question</a:t>
            </a:r>
          </a:p>
          <a:p>
            <a:pPr>
              <a:spcAft>
                <a:spcPts val="1000"/>
              </a:spcAft>
              <a:buChar char="•"/>
              <a:lnSpc>
                <a:spcPts val="2200"/>
              </a:lnSpc>
            </a:pPr>
            <a:r>
              <a:rPr sz="2000" b="0">
                <a:solidFill>
                  <a:srgbClr val="333333"/>
                </a:solidFill>
                <a:latin typeface="Calibri"/>
              </a:rPr>
              <a:t>Univariate plots check shape and outliers; bivariate plots screen relationships</a:t>
            </a:r>
          </a:p>
          <a:p>
            <a:pPr>
              <a:spcAft>
                <a:spcPts val="1000"/>
              </a:spcAft>
              <a:buChar char="•"/>
              <a:lnSpc>
                <a:spcPts val="2200"/>
              </a:lnSpc>
            </a:pPr>
            <a:r>
              <a:rPr sz="2000" b="0">
                <a:solidFill>
                  <a:srgbClr val="333333"/>
                </a:solidFill>
                <a:latin typeface="Calibri"/>
              </a:rPr>
              <a:t>Correlation heatmaps prioritize pairs for deeper analysis in later parts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multivariate and high-dimensional visualization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6 — 04 Univariate And Bivariate Visualization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