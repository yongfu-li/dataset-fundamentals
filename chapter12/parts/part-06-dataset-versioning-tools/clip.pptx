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8 covered team-scale documentation and Git-oriented version control. At platform scale, versioning must track large binaries and lakehouse tables. This part surveys DVC remotes, Pachyderm, Delta Lake time travel, and Iceberg snapshots.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distinguish Chapter 8 team versioning from Chapter 12 platform-scale lakehouse and object-store versioning; describe collaborative pinning of training runs to snapshots; and explain DVC remotes, Pachyderm partition recompute, Delta Lake time travel, and Iceberg snapshot rollback through Examples 12.14 through 12.17.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scale, multiple engineers and models share the same raw and feature tables. Without immutable version identifiers, notebooks drift to latest partitions and become unreproducible. Teams pin training runs to explicit dataset revisions or snapshot IDs, branch feature tables for parallel experiments, and record who promoted a candidate version into production—the same discipline as Chapter 8, applied to lakehouse and object-store layouts rather than only Git-tracked files.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machine-learning projects whose primary assets are still files beside code, DVC and Git LFS patterns from Chapter 8 remain useful. Example 12.14 ties DVC metadata to cloud remotes: a team keeps DVC hash files in Git while the actual training shards live in an S3 or GCS remote, so scalable object storage holds bytes and DVC records which version a run used. The example 14 module for this chapter summarizes that remote pattern.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Pachyderm targets data-driven pipelines with automatic versioning of inputs and outputs. Example 12.15 shows pipeline versioning that recomputes only changed partitions: a new raw partition triggers only downstream stages that depend on that slice rather than rebuilding the entire lake. The example 15 module for this chapter covers that selective recompute idea.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Delta Lake, Apache Hudi, and Apache Iceberg store incremental changes and point-in-time snapshots on object storage, enabling ACID-style table operations and time travel without duplicating entire datasets. Example 12.16 uses Delta Lake: a transaction log over Parquet files on object storage lets teams time-travel to prior table versions without copying every file. The example 16 module for this chapter frames that time-travel pattern.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Snapshot-based versioning captures a point-in-time view of a table for rollback and incremental processing across distributed nodes. Example 12.17 rolls back via table snapshots: Apache Iceberg and similar lakehouse formats expose snapshots so operators can point readers at a prior table state after a bad overwrite without restoring an entire warehouse backup. The example 17 module for this chapter summarizes that rollback path.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DVC remains the file-and-pipeline companion when code, models, and large files share remotes. Lakehouse formats are the scalable counterpart to file-level DVC commits: they version partitions inside the storage layer. Regulated domains still need an auditable history of which snapshot trained which model, addressable across clusters and regions without copying every petabyte on each commit.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Platform-scale versioning extends Chapter 8 discipline to object stores and lakehouse tables. DVC remotes record versions while cloud storage holds bytes. Pachyderm recomputes only changed partitions. Delta Lake and Iceberg provide time travel and snapshot rollback without full warehouse restores. Pin experiments to explicit snapshots rather than latest.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why versioning matters at scale—rollback and reproducibility benefits—then storage overhead and schema-evolution challenges under concurrency.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12 — Dataset versioning tools</a:t>
            </a:r>
          </a:p>
          <a:p>
            <a:pPr algn="ctr">
              <a:lnSpc>
                <a:spcPts val="2200"/>
              </a:lnSpc>
              <a:spcBef>
                <a:spcPts val="1400"/>
              </a:spcBef>
            </a:pPr>
            <a:r>
              <a:rPr sz="2600" b="0">
                <a:solidFill>
                  <a:srgbClr val="333333"/>
                </a:solidFill>
                <a:latin typeface="Calibri"/>
              </a:rPr>
              <a:t>Chapter 8 covered team-scale documentation and Git-oriented version control</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Dataset Versioning Tools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Iceberg snapshot rollback through Examples 12.14 through 12.17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Dataset Versioning Tools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Collaborative workflows at scale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At scale, multiple engineers and models share the same raw and feature tables</a:t>
            </a:r>
          </a:p>
          <a:p>
            <a:pPr>
              <a:spcAft>
                <a:spcPts val="1000"/>
              </a:spcAft>
              <a:buChar char="•"/>
              <a:lnSpc>
                <a:spcPts val="2200"/>
              </a:lnSpc>
            </a:pPr>
            <a:r>
              <a:rPr sz="2000" b="0">
                <a:solidFill>
                  <a:srgbClr val="333333"/>
                </a:solidFill>
                <a:latin typeface="Calibri"/>
              </a:rPr>
              <a:t>Without immutable version identifiers</a:t>
            </a:r>
          </a:p>
          <a:p>
            <a:pPr>
              <a:spcAft>
                <a:spcPts val="1000"/>
              </a:spcAft>
              <a:buChar char="•"/>
              <a:lnSpc>
                <a:spcPts val="2200"/>
              </a:lnSpc>
            </a:pPr>
            <a:r>
              <a:rPr sz="2000" b="0">
                <a:solidFill>
                  <a:srgbClr val="333333"/>
                </a:solidFill>
                <a:latin typeface="Calibri"/>
              </a:rPr>
              <a:t>Teams pin training runs to explicit dataset revisions or snapshot IDs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Dataset Versioning Tools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12.14 — DVC Remotes on Object Storage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12.14 — hands-on module</a:t>
            </a:r>
          </a:p>
          <a:p>
            <a:pPr>
              <a:spcAft>
                <a:spcPts val="1000"/>
              </a:spcAft>
              <a:buChar char="•"/>
              <a:lnSpc>
                <a:spcPts val="2200"/>
              </a:lnSpc>
            </a:pPr>
            <a:r>
              <a:rPr sz="2000" b="0">
                <a:solidFill>
                  <a:srgbClr val="333333"/>
                </a:solidFill>
                <a:latin typeface="Calibri"/>
              </a:rPr>
              <a:t>For machine-learning projects whose primary assets are still files beside code</a:t>
            </a:r>
          </a:p>
          <a:p>
            <a:pPr>
              <a:spcAft>
                <a:spcPts val="1000"/>
              </a:spcAft>
              <a:buChar char="•"/>
              <a:lnSpc>
                <a:spcPts val="2200"/>
              </a:lnSpc>
            </a:pPr>
            <a:r>
              <a:rPr sz="2000" b="0">
                <a:solidFill>
                  <a:srgbClr val="333333"/>
                </a:solidFill>
                <a:latin typeface="Calibri"/>
              </a:rPr>
              <a:t>Example 12.14 ties DVC metadata to cloud remotes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`modules/chapter12/example14/`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Dataset Versioning Tools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12.15 — Pachyderm Partition Recompute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12.15 — hands-on module</a:t>
            </a:r>
          </a:p>
          <a:p>
            <a:pPr>
              <a:spcAft>
                <a:spcPts val="1000"/>
              </a:spcAft>
              <a:buChar char="•"/>
              <a:lnSpc>
                <a:spcPts val="2200"/>
              </a:lnSpc>
            </a:pPr>
            <a:r>
              <a:rPr sz="2000" b="0">
                <a:solidFill>
                  <a:srgbClr val="333333"/>
                </a:solidFill>
                <a:latin typeface="Calibri"/>
              </a:rPr>
              <a:t>Pachyderm targets data-driven pipelines with automatic versioning of inputs and outputs</a:t>
            </a:r>
          </a:p>
          <a:p>
            <a:pPr>
              <a:spcAft>
                <a:spcPts val="1000"/>
              </a:spcAft>
              <a:buChar char="•"/>
              <a:lnSpc>
                <a:spcPts val="2200"/>
              </a:lnSpc>
            </a:pPr>
            <a:r>
              <a:rPr sz="2000" b="0">
                <a:solidFill>
                  <a:srgbClr val="333333"/>
                </a:solidFill>
                <a:latin typeface="Calibri"/>
              </a:rPr>
              <a:t>Example 12.15 shows pipeline versioning that recomputes only changed partitions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`modules/chapter12/example15/`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Dataset Versioning Tools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12.16 — Delta Lake Time Travel on Object Stores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12.16 — hands-on module</a:t>
            </a:r>
          </a:p>
          <a:p>
            <a:pPr>
              <a:spcAft>
                <a:spcPts val="1000"/>
              </a:spcAft>
              <a:buChar char="•"/>
              <a:lnSpc>
                <a:spcPts val="2200"/>
              </a:lnSpc>
            </a:pPr>
            <a:r>
              <a:rPr sz="2000" b="0">
                <a:solidFill>
                  <a:srgbClr val="333333"/>
                </a:solidFill>
                <a:latin typeface="Calibri"/>
              </a:rPr>
              <a:t>Delta Lake, Apache Hudi</a:t>
            </a:r>
          </a:p>
          <a:p>
            <a:pPr>
              <a:spcAft>
                <a:spcPts val="1000"/>
              </a:spcAft>
              <a:buChar char="•"/>
              <a:lnSpc>
                <a:spcPts val="2200"/>
              </a:lnSpc>
            </a:pPr>
            <a:r>
              <a:rPr sz="2000" b="0">
                <a:solidFill>
                  <a:srgbClr val="333333"/>
                </a:solidFill>
                <a:latin typeface="Calibri"/>
              </a:rPr>
              <a:t>Example 12.16 uses Delta Lake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`modules/chapter12/example16/`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Dataset Versioning Tools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12.17 — Iceberg Snapshot Rollback</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12.17 — hands-on module</a:t>
            </a:r>
          </a:p>
          <a:p>
            <a:pPr>
              <a:spcAft>
                <a:spcPts val="1000"/>
              </a:spcAft>
              <a:buChar char="•"/>
              <a:lnSpc>
                <a:spcPts val="2200"/>
              </a:lnSpc>
            </a:pPr>
            <a:r>
              <a:rPr sz="2000" b="0">
                <a:solidFill>
                  <a:srgbClr val="333333"/>
                </a:solidFill>
                <a:latin typeface="Calibri"/>
              </a:rPr>
              <a:t>Snapshot-based versioning captures a point-in-time view of a table for rollback and</a:t>
            </a:r>
          </a:p>
          <a:p>
            <a:pPr>
              <a:spcAft>
                <a:spcPts val="1000"/>
              </a:spcAft>
              <a:buChar char="•"/>
              <a:lnSpc>
                <a:spcPts val="2200"/>
              </a:lnSpc>
            </a:pPr>
            <a:r>
              <a:rPr sz="2000" b="0">
                <a:solidFill>
                  <a:srgbClr val="333333"/>
                </a:solidFill>
                <a:latin typeface="Calibri"/>
              </a:rPr>
              <a:t>Example 12.17 rolls back via table snapshots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`modules/chapter12/example17/`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Dataset Versioning Tools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File-level versus table-level versioning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DVC remains the file-and-pipeline companion when code, models</a:t>
            </a:r>
          </a:p>
          <a:p>
            <a:pPr>
              <a:spcAft>
                <a:spcPts val="1000"/>
              </a:spcAft>
              <a:buChar char="•"/>
              <a:lnSpc>
                <a:spcPts val="2200"/>
              </a:lnSpc>
            </a:pPr>
            <a:r>
              <a:rPr sz="2000" b="0">
                <a:solidFill>
                  <a:srgbClr val="333333"/>
                </a:solidFill>
                <a:latin typeface="Calibri"/>
              </a:rPr>
              <a:t>Lakehouse formats are the scalable counterpart to file-level DVC commits</a:t>
            </a:r>
          </a:p>
          <a:p>
            <a:pPr>
              <a:spcAft>
                <a:spcPts val="1000"/>
              </a:spcAft>
              <a:buChar char="•"/>
              <a:lnSpc>
                <a:spcPts val="2200"/>
              </a:lnSpc>
            </a:pPr>
            <a:r>
              <a:rPr sz="2000" b="0">
                <a:solidFill>
                  <a:srgbClr val="333333"/>
                </a:solidFill>
                <a:latin typeface="Calibri"/>
              </a:rPr>
              <a:t>Regulated domains still need an auditable history of which snapshot trained which model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Dataset Versioning Tools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Platform-scale versioning extends Chapter 8 discipline to object stores and lakehouse</a:t>
            </a:r>
          </a:p>
          <a:p>
            <a:pPr>
              <a:spcAft>
                <a:spcPts val="1000"/>
              </a:spcAft>
              <a:buChar char="•"/>
              <a:lnSpc>
                <a:spcPts val="2200"/>
              </a:lnSpc>
            </a:pPr>
            <a:r>
              <a:rPr sz="2000" b="0">
                <a:solidFill>
                  <a:srgbClr val="333333"/>
                </a:solidFill>
                <a:latin typeface="Calibri"/>
              </a:rPr>
              <a:t>DVC remotes record versions while cloud storage holds bytes</a:t>
            </a:r>
          </a:p>
          <a:p>
            <a:pPr>
              <a:spcAft>
                <a:spcPts val="1000"/>
              </a:spcAft>
              <a:buChar char="•"/>
              <a:lnSpc>
                <a:spcPts val="2200"/>
              </a:lnSpc>
            </a:pPr>
            <a:r>
              <a:rPr sz="2000" b="0">
                <a:solidFill>
                  <a:srgbClr val="333333"/>
                </a:solidFill>
                <a:latin typeface="Calibri"/>
              </a:rPr>
              <a:t>Pachyderm recomputes only changed partitions</a:t>
            </a:r>
          </a:p>
          <a:p>
            <a:pPr>
              <a:spcAft>
                <a:spcPts val="1000"/>
              </a:spcAft>
              <a:buChar char="•"/>
              <a:lnSpc>
                <a:spcPts val="2200"/>
              </a:lnSpc>
            </a:pPr>
            <a:r>
              <a:rPr sz="2000" b="0">
                <a:solidFill>
                  <a:srgbClr val="333333"/>
                </a:solidFill>
                <a:latin typeface="Calibri"/>
              </a:rPr>
              <a:t>Delta Lake and Iceberg provide time travel and snapshot rollback without full warehouse</a:t>
            </a:r>
          </a:p>
          <a:p>
            <a:pPr>
              <a:spcAft>
                <a:spcPts val="1000"/>
              </a:spcAft>
              <a:buChar char="•"/>
              <a:lnSpc>
                <a:spcPts val="2200"/>
              </a:lnSpc>
            </a:pPr>
            <a:r>
              <a:rPr sz="2000" b="0">
                <a:solidFill>
                  <a:srgbClr val="333333"/>
                </a:solidFill>
                <a:latin typeface="Calibri"/>
              </a:rPr>
              <a:t>Pin experiments to explicit snapshots rather than latest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Dataset Versioning Tools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covers why versioning matters at scale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Dataset Versioning Tools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