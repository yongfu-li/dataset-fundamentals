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only help if teams understand why versioning matters and where it fails. This part covers rollback and reproducibility benefits at lakehouse scale, then storage cost, metadata complexity, and collaboration challenges when concurrent writers share large tables.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state distinctive scale benefits of dataset versioning beyond Chapter 8 documentation practices; explain rollback after a corrupt preprocessing job using Example 12.18; and identify storage-overhead and schema-evolution challenges under concurrency.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and audit benefits of versioning are developed in Chapters 8 and 13. At scale, the distinctive gains are different: pin training to a lakehouse snapshot without re-copying petabytes; roll back a bad partition write without restoring an entire warehouse; and evolve schemas while concurrent readers stay on a prior snapshot.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12.18 shows why rollback matters when a transform corrupts shared data. If a preprocessing job corrupts a shared feature table, teams roll back to the last good snapshot and rerun from a known state instead of rebuilding from scratch. The example 18 module for this chapter summarizes that recovery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versioning discipline—commit hygiene, readable changelogs, documentation of each release—belongs in Chapter 8. At lakehouse and object-store scale, storage overhead dominates. Full copies of petabyte tables are rarely affordable. Delta and snapshot formats keep costs manageable by storing diffs, but teams must still tier cold snapshots and expire unused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columns or changing types while readers and writers share a table requires coordinated metadata and compatible readers. Lakehouse formats such as Delta Lake, Hudi, and Iceberg provide schema-evolution primitives, yet operators still need conventions for when a breaking change warrants a new table identity rather than an in-place evolve.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 tools reduce byte-level copying, but they do not remove the need for clear promotion rules, ownership of production snapshots, and agreement on when a schema break is a new table. Versioning succeeds when engineering practice and lakehouse primitives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scale, versioning enables snapshot pinning, partition rollback, and schema evolution with concurrent readers. Example 12.18 shows rollback after corrupt preprocessing instead of a full rebuild. Storage overhead and concurrent schema change remain the main challenges. Chapter 8 still governs team hygiene; Chapter 12 governs lakehouse cost and concurrency.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from what changed to how data moved: platform-scale data lineage, metadata and automated capture techniques, catalog tools, and cross-platform lineage gaps.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Versioning benefits and challenges</a:t>
            </a:r>
          </a:p>
          <a:p>
            <a:pPr algn="ctr">
              <a:lnSpc>
                <a:spcPts val="2200"/>
              </a:lnSpc>
              <a:spcBef>
                <a:spcPts val="1400"/>
              </a:spcBef>
            </a:pPr>
            <a:r>
              <a:rPr sz="2600" b="0">
                <a:solidFill>
                  <a:srgbClr val="333333"/>
                </a:solidFill>
                <a:latin typeface="Calibri"/>
              </a:rPr>
              <a:t>Tools only help if teams understand why versioning matters and where it fails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at platform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Reproducibility and audit benefits of versioning are developed in Chapters 8 and 13</a:t>
            </a:r>
          </a:p>
          <a:p>
            <a:pPr>
              <a:spcAft>
                <a:spcPts val="1000"/>
              </a:spcAft>
              <a:buChar char="•"/>
              <a:lnSpc>
                <a:spcPts val="2200"/>
              </a:lnSpc>
            </a:pPr>
            <a:r>
              <a:rPr sz="2000" b="0">
                <a:solidFill>
                  <a:srgbClr val="333333"/>
                </a:solidFill>
                <a:latin typeface="Calibri"/>
              </a:rPr>
              <a:t>At scale, the distinctive gains are different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12.18 — Rollback After Corrupt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12.18 — hands-on module</a:t>
            </a:r>
          </a:p>
          <a:p>
            <a:pPr>
              <a:spcAft>
                <a:spcPts val="1000"/>
              </a:spcAft>
              <a:buChar char="•"/>
              <a:lnSpc>
                <a:spcPts val="2200"/>
              </a:lnSpc>
            </a:pPr>
            <a:r>
              <a:rPr sz="2000" b="0">
                <a:solidFill>
                  <a:srgbClr val="333333"/>
                </a:solidFill>
                <a:latin typeface="Calibri"/>
              </a:rPr>
              <a:t>Example 12.18 shows why rollback matters when a transform corrupts shared data</a:t>
            </a:r>
          </a:p>
          <a:p>
            <a:pPr>
              <a:spcAft>
                <a:spcPts val="1000"/>
              </a:spcAft>
              <a:buChar char="•"/>
              <a:lnSpc>
                <a:spcPts val="2200"/>
              </a:lnSpc>
            </a:pPr>
            <a:r>
              <a:rPr sz="2000" b="0">
                <a:solidFill>
                  <a:srgbClr val="333333"/>
                </a:solidFill>
                <a:latin typeface="Calibri"/>
              </a:rPr>
              <a:t>If a preprocessing job corrupts a shared feature 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 storage overhead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General versioning discipline</a:t>
            </a:r>
          </a:p>
          <a:p>
            <a:pPr>
              <a:spcAft>
                <a:spcPts val="1000"/>
              </a:spcAft>
              <a:buChar char="•"/>
              <a:lnSpc>
                <a:spcPts val="2200"/>
              </a:lnSpc>
            </a:pPr>
            <a:r>
              <a:rPr sz="2000" b="0">
                <a:solidFill>
                  <a:srgbClr val="333333"/>
                </a:solidFill>
                <a:latin typeface="Calibri"/>
              </a:rPr>
              <a:t>At lakehouse and object-store scale, storage overhead dominates</a:t>
            </a:r>
          </a:p>
          <a:p>
            <a:pPr>
              <a:spcAft>
                <a:spcPts val="1000"/>
              </a:spcAft>
              <a:buChar char="•"/>
              <a:lnSpc>
                <a:spcPts val="2200"/>
              </a:lnSpc>
            </a:pPr>
            <a:r>
              <a:rPr sz="2000" b="0">
                <a:solidFill>
                  <a:srgbClr val="333333"/>
                </a:solidFill>
                <a:latin typeface="Calibri"/>
              </a:rPr>
              <a:t>Full copies of petabyte tables are rarely affordable</a:t>
            </a:r>
          </a:p>
          <a:p>
            <a:pPr>
              <a:spcAft>
                <a:spcPts val="1000"/>
              </a:spcAft>
              <a:buChar char="•"/>
              <a:lnSpc>
                <a:spcPts val="2200"/>
              </a:lnSpc>
            </a:pPr>
            <a:r>
              <a:rPr sz="2000" b="0">
                <a:solidFill>
                  <a:srgbClr val="333333"/>
                </a:solidFill>
                <a:latin typeface="Calibri"/>
              </a:rPr>
              <a:t>Delta and snapshot formats keep costs manageable by storing diffs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 schema evolution under concurrency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Adding columns or changing types while readers and writers share a table requires</a:t>
            </a:r>
          </a:p>
          <a:p>
            <a:pPr>
              <a:spcAft>
                <a:spcPts val="1000"/>
              </a:spcAft>
              <a:buChar char="•"/>
              <a:lnSpc>
                <a:spcPts val="2200"/>
              </a:lnSpc>
            </a:pPr>
            <a:r>
              <a:rPr sz="2000" b="0">
                <a:solidFill>
                  <a:srgbClr val="333333"/>
                </a:solidFill>
                <a:latin typeface="Calibri"/>
              </a:rPr>
              <a:t>Lakehouse formats such as Delta Lake, Hudi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Discipline still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Agreement on when a schema break is a new table</a:t>
            </a:r>
          </a:p>
          <a:p>
            <a:pPr>
              <a:spcAft>
                <a:spcPts val="1000"/>
              </a:spcAft>
              <a:buChar char="•"/>
              <a:lnSpc>
                <a:spcPts val="2200"/>
              </a:lnSpc>
            </a:pPr>
            <a:r>
              <a:rPr sz="2000" b="0">
                <a:solidFill>
                  <a:srgbClr val="333333"/>
                </a:solidFill>
                <a:latin typeface="Calibri"/>
              </a:rPr>
              <a:t>Versioning succeeds when engineering practice and lakehouse primitives reinforce each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At scale, versioning enables snapshot pinning, partition rollback</a:t>
            </a:r>
          </a:p>
          <a:p>
            <a:pPr>
              <a:spcAft>
                <a:spcPts val="1000"/>
              </a:spcAft>
              <a:buChar char="•"/>
              <a:lnSpc>
                <a:spcPts val="2200"/>
              </a:lnSpc>
            </a:pPr>
            <a:r>
              <a:rPr sz="2000" b="0">
                <a:solidFill>
                  <a:srgbClr val="333333"/>
                </a:solidFill>
                <a:latin typeface="Calibri"/>
              </a:rPr>
              <a:t>Example 12.18 shows rollback after corrupt preprocessing instead of a full rebuild</a:t>
            </a:r>
          </a:p>
          <a:p>
            <a:pPr>
              <a:spcAft>
                <a:spcPts val="1000"/>
              </a:spcAft>
              <a:buChar char="•"/>
              <a:lnSpc>
                <a:spcPts val="2200"/>
              </a:lnSpc>
            </a:pPr>
            <a:r>
              <a:rPr sz="2000" b="0">
                <a:solidFill>
                  <a:srgbClr val="333333"/>
                </a:solidFill>
                <a:latin typeface="Calibri"/>
              </a:rPr>
              <a:t>Storage overhead and concurrent schema change remain the main challenges</a:t>
            </a:r>
          </a:p>
          <a:p>
            <a:pPr>
              <a:spcAft>
                <a:spcPts val="1000"/>
              </a:spcAft>
              <a:buChar char="•"/>
              <a:lnSpc>
                <a:spcPts val="2200"/>
              </a:lnSpc>
            </a:pPr>
            <a:r>
              <a:rPr sz="2000" b="0">
                <a:solidFill>
                  <a:srgbClr val="333333"/>
                </a:solidFill>
                <a:latin typeface="Calibri"/>
              </a:rPr>
              <a:t>Chapter 8 still governs team hygiene; Chapter 12 governs lakehouse cost and concurrency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turns from what changed to how data moved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Versioning Benefits Challenges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