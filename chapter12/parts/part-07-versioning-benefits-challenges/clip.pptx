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 only help if teams understand why versioning matters and where it fails. This part covers rollback and reproducibility benefits at lakehouse scale, then storage cost, metadata complexity, and collaboration challenges when concurrent writers share large tables.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state distinctive scale benefits of dataset versioning beyond Chapter 8 documentation practices; explain rollback after a corrupt preprocessing job using Example 12.18; and identify storage-overhead and schema-evolution challenges under concurrency.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and audit benefits of versioning are developed in Chapters 8 and 13. At scale, the distinctive gains are different: pin training to a lakehouse snapshot without re-copying petabytes; roll back a bad partition write without restoring an entire warehouse; and evolve schemas while concurrent readers stay on a prior snapshot.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12.18 shows why rollback matters when a transform corrupts shared data. If a preprocessing job corrupts a shared feature table, teams roll back to the last good snapshot and rerun from a known state instead of rebuilding from scratch. The example 18 module for this chapter summarizes that recovery path.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General versioning discipline—commit hygiene, readable changelogs, documentation of each release—belongs in Chapter 8. At lakehouse and object-store scale, storage overhead dominates. Full copies of petabyte tables are rarely affordable. Delta and snapshot formats keep costs manageable by storing diffs, but teams must still tier cold snapshots and expire unused history.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Adding columns or changing types while readers and writers share a table requires coordinated metadata and compatible readers. Lakehouse formats such as Delta Lake, Hudi, and Iceberg provide schema-evolution primitives, yet operators still need conventions for when a breaking change warrants a new table identity rather than an in-place evolve.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Platform tools reduce byte-level copying, but they do not remove the need for clear promotion rules, ownership of production snapshots, and agreement on when a schema break is a new table. Versioning succeeds when engineering practice and lakehouse primitives reinforce each other.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scale, versioning enables snapshot pinning, partition rollback, and schema evolution with concurrent readers. Example 12.18 shows rollback after corrupt preprocessing instead of a full rebuild. Storage overhead and concurrent schema change remain the main challenges. Chapter 8 still governs team hygiene; Chapter 12 governs lakehouse cost and concurrency.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turns from what changed to how data moved: platform-scale data lineage, metadata and automated capture techniques, catalog tools, and cross-platform lineage gaps.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12 — Versioning benefits and challenges</a:t>
            </a:r>
          </a:p>
          <a:p>
            <a:pPr algn="ctr">
              <a:lnSpc>
                <a:spcPts val="2200"/>
              </a:lnSpc>
              <a:spcBef>
                <a:spcPts val="1400"/>
              </a:spcBef>
            </a:pPr>
            <a:r>
              <a:rPr sz="2600" b="0">
                <a:solidFill>
                  <a:srgbClr val="333333"/>
                </a:solidFill>
                <a:latin typeface="Calibri"/>
              </a:rPr>
              <a:t>Tools only help if teams understand why versioning matters and where it fails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Versioning Benefits Challenges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Versioning Benefits Challenges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Benefits at platform scale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Reproducibility and audit benefits of versioning are developed in Chapters 8 and 13</a:t>
            </a:r>
          </a:p>
          <a:p>
            <a:pPr lvl="0" marL="457200" indent="-228600">
              <a:buFont typeface="Calibri"/>
              <a:spcAft>
                <a:spcPts val="1000"/>
              </a:spcAft>
              <a:buSzPct val="100000"/>
              <a:buChar char="•"/>
              <a:lnSpc>
                <a:spcPts val="2200"/>
              </a:lnSpc>
            </a:pPr>
            <a:r>
              <a:rPr sz="2000" b="0">
                <a:solidFill>
                  <a:srgbClr val="333333"/>
                </a:solidFill>
                <a:latin typeface="Calibri"/>
              </a:rPr>
              <a:t>At scale, the distinctive gains are different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Versioning Benefits Challenges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12.18 — Rollback After Corrupt Preprocessing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12.18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12.18 shows why rollback matters when a transform corrupts shared data</a:t>
            </a:r>
          </a:p>
          <a:p>
            <a:pPr lvl="0" marL="457200" indent="-228600">
              <a:buFont typeface="Calibri"/>
              <a:spcAft>
                <a:spcPts val="1000"/>
              </a:spcAft>
              <a:buSzPct val="100000"/>
              <a:buChar char="•"/>
              <a:lnSpc>
                <a:spcPts val="2200"/>
              </a:lnSpc>
            </a:pPr>
            <a:r>
              <a:rPr sz="2000" b="0">
                <a:solidFill>
                  <a:srgbClr val="333333"/>
                </a:solidFill>
                <a:latin typeface="Calibri"/>
              </a:rPr>
              <a:t>If a preprocessing job corrupts a shared feature table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`modules/chapter12/example18/`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Versioning Benefits Challenges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Challenge: storage overhead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General versioning discipline</a:t>
            </a:r>
          </a:p>
          <a:p>
            <a:pPr lvl="0" marL="457200" indent="-228600">
              <a:buFont typeface="Calibri"/>
              <a:spcAft>
                <a:spcPts val="1000"/>
              </a:spcAft>
              <a:buSzPct val="100000"/>
              <a:buChar char="•"/>
              <a:lnSpc>
                <a:spcPts val="2200"/>
              </a:lnSpc>
            </a:pPr>
            <a:r>
              <a:rPr sz="2000" b="0">
                <a:solidFill>
                  <a:srgbClr val="333333"/>
                </a:solidFill>
                <a:latin typeface="Calibri"/>
              </a:rPr>
              <a:t>At lakehouse and object-store scale, storage overhead dominates</a:t>
            </a:r>
          </a:p>
          <a:p>
            <a:pPr lvl="0" marL="457200" indent="-228600">
              <a:buFont typeface="Calibri"/>
              <a:spcAft>
                <a:spcPts val="1000"/>
              </a:spcAft>
              <a:buSzPct val="100000"/>
              <a:buChar char="•"/>
              <a:lnSpc>
                <a:spcPts val="2200"/>
              </a:lnSpc>
            </a:pPr>
            <a:r>
              <a:rPr sz="2000" b="0">
                <a:solidFill>
                  <a:srgbClr val="333333"/>
                </a:solidFill>
                <a:latin typeface="Calibri"/>
              </a:rPr>
              <a:t>Full copies of petabyte tables are rarely affordable</a:t>
            </a:r>
          </a:p>
          <a:p>
            <a:pPr lvl="0" marL="457200" indent="-228600">
              <a:buFont typeface="Calibri"/>
              <a:spcAft>
                <a:spcPts val="1000"/>
              </a:spcAft>
              <a:buSzPct val="100000"/>
              <a:buChar char="•"/>
              <a:lnSpc>
                <a:spcPts val="2200"/>
              </a:lnSpc>
            </a:pPr>
            <a:r>
              <a:rPr sz="2000" b="0">
                <a:solidFill>
                  <a:srgbClr val="333333"/>
                </a:solidFill>
                <a:latin typeface="Calibri"/>
              </a:rPr>
              <a:t>Delta and snapshot formats keep costs manageable by storing diffs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Versioning Benefits Challenges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Challenge: schema evolution under concurrency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Adding columns or changing types while readers and writers share a table requires</a:t>
            </a:r>
          </a:p>
          <a:p>
            <a:pPr lvl="0" marL="457200" indent="-228600">
              <a:buFont typeface="Calibri"/>
              <a:spcAft>
                <a:spcPts val="1000"/>
              </a:spcAft>
              <a:buSzPct val="100000"/>
              <a:buChar char="•"/>
              <a:lnSpc>
                <a:spcPts val="2200"/>
              </a:lnSpc>
            </a:pPr>
            <a:r>
              <a:rPr sz="2000" b="0">
                <a:solidFill>
                  <a:srgbClr val="333333"/>
                </a:solidFill>
                <a:latin typeface="Calibri"/>
              </a:rPr>
              <a:t>Lakehouse formats such as Delta Lake, Hudi</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Versioning Benefits Challenges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Discipline still matters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Agreement on when a schema break is a new table</a:t>
            </a:r>
          </a:p>
          <a:p>
            <a:pPr lvl="0" marL="457200" indent="-228600">
              <a:buFont typeface="Calibri"/>
              <a:spcAft>
                <a:spcPts val="1000"/>
              </a:spcAft>
              <a:buSzPct val="100000"/>
              <a:buChar char="•"/>
              <a:lnSpc>
                <a:spcPts val="2200"/>
              </a:lnSpc>
            </a:pPr>
            <a:r>
              <a:rPr sz="2000" b="0">
                <a:solidFill>
                  <a:srgbClr val="333333"/>
                </a:solidFill>
                <a:latin typeface="Calibri"/>
              </a:rPr>
              <a:t>Versioning succeeds when engineering practice and lakehouse primitives reinforce each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Versioning Benefits Challenges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At scale, versioning enables snapshot pinning, partition rollback</a:t>
            </a:r>
          </a:p>
          <a:p>
            <a:pPr lvl="0" marL="457200" indent="-228600">
              <a:buFont typeface="Calibri"/>
              <a:spcAft>
                <a:spcPts val="1000"/>
              </a:spcAft>
              <a:buSzPct val="100000"/>
              <a:buChar char="•"/>
              <a:lnSpc>
                <a:spcPts val="2200"/>
              </a:lnSpc>
            </a:pPr>
            <a:r>
              <a:rPr sz="2000" b="0">
                <a:solidFill>
                  <a:srgbClr val="333333"/>
                </a:solidFill>
                <a:latin typeface="Calibri"/>
              </a:rPr>
              <a:t>Example 12.18 shows rollback after corrupt preprocessing instead of a full rebuild</a:t>
            </a:r>
          </a:p>
          <a:p>
            <a:pPr lvl="0" marL="457200" indent="-228600">
              <a:buFont typeface="Calibri"/>
              <a:spcAft>
                <a:spcPts val="1000"/>
              </a:spcAft>
              <a:buSzPct val="100000"/>
              <a:buChar char="•"/>
              <a:lnSpc>
                <a:spcPts val="2200"/>
              </a:lnSpc>
            </a:pPr>
            <a:r>
              <a:rPr sz="2000" b="0">
                <a:solidFill>
                  <a:srgbClr val="333333"/>
                </a:solidFill>
                <a:latin typeface="Calibri"/>
              </a:rPr>
              <a:t>Storage overhead and concurrent schema change remain the main challenges</a:t>
            </a:r>
          </a:p>
          <a:p>
            <a:pPr lvl="0" marL="457200" indent="-228600">
              <a:buFont typeface="Calibri"/>
              <a:spcAft>
                <a:spcPts val="1000"/>
              </a:spcAft>
              <a:buSzPct val="100000"/>
              <a:buChar char="•"/>
              <a:lnSpc>
                <a:spcPts val="2200"/>
              </a:lnSpc>
            </a:pPr>
            <a:r>
              <a:rPr sz="2000" b="0">
                <a:solidFill>
                  <a:srgbClr val="333333"/>
                </a:solidFill>
                <a:latin typeface="Calibri"/>
              </a:rPr>
              <a:t>Chapter 8 still governs team hygiene; Chapter 12 governs lakehouse cost and concurrency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Versioning Benefits Challenges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turns from what changed to how data moved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Versioning Benefits Challenges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