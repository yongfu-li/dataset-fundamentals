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Always-on sensors create always-on risks. This part covers scalability, security, and privacy challenges in IoT collection, smart-city multi-source designs, and ethical concerns including consent, surveillance, and managing data overload.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scalability, security, and privacy challenges for IoT collection; describe encryption, authentication, and secure-edge practices; and discuss ethical issues of ownership, overload, and surveillance using wearable and smart-city examples.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device counts grow, managing and processing massive volumes becomes difficult without robust infrastructure and efficient protocols. Many IoT devices ship with minimal security, so each endpoint can be an attack surface. Sensitive health and behavior data also demand compliance with privacy rules such as GDPR or HIPAA.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practices include end-to-end encryption at the device, in transit, and in the cloud; strong authentication and authorization for devices and users; and hardened edge devices with secure boot and encrypted storage. These controls reduce unauthorized access, tampering, and remote takeover risks in continuous collection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9.20 highlights wearable health trackers that monitor vital signs in real time. Securing those edge devices against tampering and ensuring health data reach clinicians safely are essential to protect patient privacy. Open the example 20 module for this chapter to review secure wearable edge collection.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9.21 outlines smart-city systems that collect from traffic lights, environmental sensors, waste management, and public transit. Multi-source urban sensing amplifies both operational value and the need for standardized formats, protocols, and governance. The example 21 module for this chapter frames that multi-source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multi-source IoT depends on shared formats and lightweight protocols. Message Queuing Telemetry Transport suits low-bandwidth messaging, while Constrained Application Protocol supports low-power devices. Standardization helps cities and operators fuse streams without brittle one-off integrations that fail under scale.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device-collected personal data—the individual or the vendor—is often contested. Millions of devices also create overload: important signals can be lost in volume. Public and personal tracking raise surveillance concerns, so designers must balance operational benefits against privacy rights and consent.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collection faces scalability, security, and privacy challenges that grow with always-on endpoints. Encryption, authentication, and secure edge devices are baseline controls. Wearables and smart cities show why ethics—ownership, overload, and surveillance—must travel with the technical pipeline.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turns to big-data characteristics—volume, velocity, variety, and veracity—and to streaming and distributed systems that absorb continuous stock, sensor, and social feeds.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IoT security, privacy, and overload</a:t>
            </a:r>
          </a:p>
          <a:p>
            <a:pPr algn="ctr">
              <a:lnSpc>
                <a:spcPts val="2200"/>
              </a:lnSpc>
              <a:spcBef>
                <a:spcPts val="1400"/>
              </a:spcBef>
            </a:pPr>
            <a:r>
              <a:rPr sz="2600" b="0">
                <a:solidFill>
                  <a:srgbClr val="333333"/>
                </a:solidFill>
                <a:latin typeface="Calibri"/>
              </a:rPr>
              <a:t>Always-on sensors create always-on risks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 learners should be able to explain scalability, security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Challenges: scalability, security, privacy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As device counts grow</a:t>
            </a:r>
          </a:p>
          <a:p>
            <a:pPr>
              <a:spcAft>
                <a:spcPts val="1000"/>
              </a:spcAft>
              <a:buChar char="•"/>
              <a:lnSpc>
                <a:spcPts val="2200"/>
              </a:lnSpc>
            </a:pPr>
            <a:r>
              <a:rPr sz="2000" b="0">
                <a:solidFill>
                  <a:srgbClr val="333333"/>
                </a:solidFill>
                <a:latin typeface="Calibri"/>
              </a:rPr>
              <a:t>Many IoT devices ship with minimal security, so each endpoint can be an attack surface</a:t>
            </a:r>
          </a:p>
          <a:p>
            <a:pPr>
              <a:spcAft>
                <a:spcPts val="1000"/>
              </a:spcAft>
              <a:buChar char="•"/>
              <a:lnSpc>
                <a:spcPts val="2200"/>
              </a:lnSpc>
            </a:pPr>
            <a:r>
              <a:rPr sz="2000" b="0">
                <a:solidFill>
                  <a:srgbClr val="333333"/>
                </a:solidFill>
                <a:latin typeface="Calibri"/>
              </a:rPr>
              <a:t>Sensitive health and behavior data also demand compliance with privacy rules such as GDPR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Security practices for IoT and edge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Best practices include end-to-end encryption at the device, in transit, and in the cloud</a:t>
            </a:r>
          </a:p>
          <a:p>
            <a:pPr>
              <a:spcAft>
                <a:spcPts val="1000"/>
              </a:spcAft>
              <a:buChar char="•"/>
              <a:lnSpc>
                <a:spcPts val="2200"/>
              </a:lnSpc>
            </a:pPr>
            <a:r>
              <a:rPr sz="2000" b="0">
                <a:solidFill>
                  <a:srgbClr val="333333"/>
                </a:solidFill>
                <a:latin typeface="Calibri"/>
              </a:rPr>
              <a:t>These controls reduce unauthorized access, tampering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9.20 — Securing Wearable Health Edge Devices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9.20 — hands-on module</a:t>
            </a:r>
          </a:p>
          <a:p>
            <a:pPr>
              <a:spcAft>
                <a:spcPts val="1000"/>
              </a:spcAft>
              <a:buChar char="•"/>
              <a:lnSpc>
                <a:spcPts val="2200"/>
              </a:lnSpc>
            </a:pPr>
            <a:r>
              <a:rPr sz="2000" b="0">
                <a:solidFill>
                  <a:srgbClr val="333333"/>
                </a:solidFill>
                <a:latin typeface="Calibri"/>
              </a:rPr>
              <a:t>Example 9.20 highlights wearable health trackers that monitor vital signs in real time</a:t>
            </a:r>
          </a:p>
          <a:p>
            <a:pPr>
              <a:spcAft>
                <a:spcPts val="1000"/>
              </a:spcAft>
              <a:buChar char="•"/>
              <a:lnSpc>
                <a:spcPts val="2200"/>
              </a:lnSpc>
            </a:pPr>
            <a:r>
              <a:rPr sz="2000" b="0">
                <a:solidFill>
                  <a:srgbClr val="333333"/>
                </a:solidFill>
                <a:latin typeface="Calibri"/>
              </a:rPr>
              <a:t>Securing those edge devices against tampering and ensuring health data reach clinicians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9.21 — Smart-City Multi-Source IoT Collection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9.21 — hands-on module</a:t>
            </a:r>
          </a:p>
          <a:p>
            <a:pPr>
              <a:spcAft>
                <a:spcPts val="1000"/>
              </a:spcAft>
              <a:buChar char="•"/>
              <a:lnSpc>
                <a:spcPts val="2200"/>
              </a:lnSpc>
            </a:pPr>
            <a:r>
              <a:rPr sz="2000" b="0">
                <a:solidFill>
                  <a:srgbClr val="333333"/>
                </a:solidFill>
                <a:latin typeface="Calibri"/>
              </a:rPr>
              <a:t>Public transit</a:t>
            </a:r>
          </a:p>
          <a:p>
            <a:pPr>
              <a:spcAft>
                <a:spcPts val="1000"/>
              </a:spcAft>
              <a:buChar char="•"/>
              <a:lnSpc>
                <a:spcPts val="2200"/>
              </a:lnSpc>
            </a:pPr>
            <a:r>
              <a:rPr sz="2000" b="0">
                <a:solidFill>
                  <a:srgbClr val="333333"/>
                </a:solidFill>
                <a:latin typeface="Calibri"/>
              </a:rPr>
              <a:t>Protocols, and governance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Protocols and multi-source coordination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Effective multi-source IoT depends on shared formats and lightweight protocols</a:t>
            </a:r>
          </a:p>
          <a:p>
            <a:pPr>
              <a:spcAft>
                <a:spcPts val="1000"/>
              </a:spcAft>
              <a:buChar char="•"/>
              <a:lnSpc>
                <a:spcPts val="2200"/>
              </a:lnSpc>
            </a:pPr>
            <a:r>
              <a:rPr sz="2000" b="0">
                <a:solidFill>
                  <a:srgbClr val="333333"/>
                </a:solidFill>
                <a:latin typeface="Calibri"/>
              </a:rPr>
              <a:t>Message Queuing Telemetry Transport suits low-bandwidth messaging</a:t>
            </a:r>
          </a:p>
          <a:p>
            <a:pPr>
              <a:spcAft>
                <a:spcPts val="1000"/>
              </a:spcAft>
              <a:buChar char="•"/>
              <a:lnSpc>
                <a:spcPts val="2200"/>
              </a:lnSpc>
            </a:pPr>
            <a:r>
              <a:rPr sz="2000" b="0">
                <a:solidFill>
                  <a:srgbClr val="333333"/>
                </a:solidFill>
                <a:latin typeface="Calibri"/>
              </a:rPr>
              <a:t>Standardization helps cities and operators fuse streams without brittle one-off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Ethics: ownership, overload, surveillance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Who owns device-collected personal data, the individual or the vendor, is often contested</a:t>
            </a:r>
          </a:p>
          <a:p>
            <a:pPr>
              <a:spcAft>
                <a:spcPts val="1000"/>
              </a:spcAft>
              <a:buChar char="•"/>
              <a:lnSpc>
                <a:spcPts val="2200"/>
              </a:lnSpc>
            </a:pPr>
            <a:r>
              <a:rPr sz="2000" b="0">
                <a:solidFill>
                  <a:srgbClr val="333333"/>
                </a:solidFill>
                <a:latin typeface="Calibri"/>
              </a:rPr>
              <a:t>Millions of devices also create overload: important signals can be lost in volume</a:t>
            </a:r>
          </a:p>
          <a:p>
            <a:pPr>
              <a:spcAft>
                <a:spcPts val="1000"/>
              </a:spcAft>
              <a:buChar char="•"/>
              <a:lnSpc>
                <a:spcPts val="2200"/>
              </a:lnSpc>
            </a:pPr>
            <a:r>
              <a:rPr sz="2000" b="0">
                <a:solidFill>
                  <a:srgbClr val="333333"/>
                </a:solidFill>
                <a:latin typeface="Calibri"/>
              </a:rPr>
              <a:t>Public and personal tracking raise surveillance concerns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IoT collection faces scalability, security</a:t>
            </a:r>
          </a:p>
          <a:p>
            <a:pPr>
              <a:spcAft>
                <a:spcPts val="1000"/>
              </a:spcAft>
              <a:buChar char="•"/>
              <a:lnSpc>
                <a:spcPts val="2200"/>
              </a:lnSpc>
            </a:pPr>
            <a:r>
              <a:rPr sz="2000" b="0">
                <a:solidFill>
                  <a:srgbClr val="333333"/>
                </a:solidFill>
                <a:latin typeface="Calibri"/>
              </a:rPr>
              <a:t>Encryption, authentication, and secure edge devices are baseline controls</a:t>
            </a:r>
          </a:p>
          <a:p>
            <a:pPr>
              <a:spcAft>
                <a:spcPts val="1000"/>
              </a:spcAft>
              <a:buChar char="•"/>
              <a:lnSpc>
                <a:spcPts val="2200"/>
              </a:lnSpc>
            </a:pPr>
            <a:r>
              <a:rPr sz="2000" b="0">
                <a:solidFill>
                  <a:srgbClr val="333333"/>
                </a:solidFill>
                <a:latin typeface="Calibri"/>
              </a:rPr>
              <a:t>Wearables and smart cities show why ethics, ownership, overload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turns to big-data characteristics, volume, velocity, variety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Security And Ethics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