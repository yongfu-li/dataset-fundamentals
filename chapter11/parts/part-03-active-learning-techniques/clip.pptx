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Uncertainty sampling alone can over-focus on odd or redundant cases. This part covers complementary techniques that keep the labeling queue informative and affordable: least-confidence selection near decision boundaries, diversity sampling across clusters, cost-sensitive routing of expensive experts, and model-in-the-loop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learners should be able to explain least-confidence uncertainty near decision boundaries; describe diversity-based sampling via clustering; apply cost-sensitive routing when labeling cost varies; and outline model-in-the-loop workflows where humans correct model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Uncertainty sampling queries samples where the model is least predictable. Least confidence focuses on near-ties such as 0.55 versus 0.45 in binary classification. Margin sampling uses the top-two probability gap. Entropy sampling uses the full output distribution. These measures work well on complex boundaries but can skew the labeled set toward hard outliers if used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11.5 shows least-confidence selection on a near-tie X-ray prediction. An X-ray scored 0.52 abnormal and 0.48 normal is queued for labeling because the near-tie marks a region of the decision boundary that most needs an expert label. The example 5 module for this chapter captures that medical near-tie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Diversity-based sampling ensures selected samples represent the data distribution, not only the hardest outliers. A common approach clusters unlabeled data and draws from underrepresented or highly diverse clusters. The goal is coverage across scenarios so the model does not overfit a narrow subset of uncertain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11.6 uses clustering so sentiment labels cover mixed and neutral reviews. Diversity-based sampling draws reviews from multiple clusters, including subtle or mixed sentiment, so the model does not overfit to only strongly positive or negative text. The example 6 module for this chapter summarizes that cluster coverage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Cost-sensitive active learning incorporates labeling cost into selection. A cost-impact model ranks samples by expected performance gain relative to annotation effort. Under a fixed budget, the system selects the most impactful points within that budget. This matters when some items need expensive experts and others can use cheaper annotators.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11.7 allocates expensive expert labels only where they change the model most. Cost-sensitive active learning sends ambiguous contracts to legal experts and simpler documents to non-experts, maximizing accuracy gain per labeling dollar. The example 7 module for this chapter frames that routing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Model-in-the-loop annotation emphasizes human–machine collaboration. The model proposes preliminary labels or highlights uncertain regions; humans correct or validate; corrections retrain the model. Example 11.8 shows the model proposing tumor locations on X-rays while experts review only ambiguous cases, so later rounds need fewer human edits. The example 8 module for this chapter describes that interactive medical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Least-confidence, margin, and entropy remain core uncertainty tools but need diversity to avoid skewed queues. Cost-sensitive routing protects scarce expert budgets. Model-in-the-loop workflows let humans focus on corrections rather than labeling every item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next part walks active-learning applications in review sentiment, driving perception, pneumonia X-rays, and dermoscopic lesion review, showing how uncertain items reach human experts.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11 — Techniques in active learning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Uncertainty sampling alone can over-focus on odd or redundant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By the end of this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Least confidence and related uncertainty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Uncertainty sampling queries samples where the model is least predictable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Least confidence focuses on near-ties such as 0.55 versus 0.45 in binary classification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Margin sampling uses the top-two probability gap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Entropy sampling uses the full output distribution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These measures work well on complex boundaries but can skew the labeled set toward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11.5 — Uncertain Chest X-ray Near Decision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11.5 — hands-on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11.5 shows least-confidence selection on a near-tie X-ray prediction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 X-ray scored 0.52 abnormal and 0.48 normal is queued for labeling because the near-tie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`modules/chapter11/example5/`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Diversity-based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Diversity-based sampling ensures selected samples represent the data distribution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common approach clusters unlabeled data and draws from underrepresented or highly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goal is coverage across scenarios so the model does not overfit a narrow subset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11.6 — Diversity Sampling Across Review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11.6 — hands-on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11.6 uses clustering so sentiment labels cover mixed and neutral reviews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Diversity-based sampling draws reviews from multiple clusters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`modules/chapter11/example6/`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Cost-sensitive active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Cost-sensitive active learning incorporates labeling cost into selection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cost-impact model ranks samples by expected performance gain relative to annotation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Under a fixed budget, the system selects the most impactful points within that budget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matters when some items need expensive experts and others can use cheaper annotators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11.7 — Cost-Sensitive Routing in Legal Labeling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11.7 — hands-on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11.7 allocates expensive expert labels only where they change the model most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Maximizing accuracy gain per labeling dollar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`modules/chapter11/example7/`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11.8 — Model-in-the-Loop Tumor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11.8 — hands-on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Model-in-the-loop annotation emphasizes human–machine collaboration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model proposes preliminary labels or highlights uncertain regions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So later rounds need fewer human edits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`modules/chapter11/example8/`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Least-confidence, margin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Cost-sensitive routing protects scarce expert budgets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Model-in-the-loop workflows let humans focus on corrections rather than labeling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Dermoscopic lesion review, showing how uncertain items reach human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11 — Active Learning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