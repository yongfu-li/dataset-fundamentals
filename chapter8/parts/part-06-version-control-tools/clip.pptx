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and DVC are not the only options. This part compares Quilt and DataHub for package-style catalogs and evolving feeds, then shows when Git LFS is the right layer for large training artifacts that still belong beside a Git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Quilt’s package-style sharing, explain DataHub’s role for metadata and feed versions, state when Git LFS fits large files, and choose among tools using size, collaboration, and metadata needs.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choice depends on file size, collaboration model, metadata depth, and whether executable pipelines are required. Git suits small text-like assets; Git LFS keeps large files as pointers; DVC adds remotes and pipelines; Quilt emphasizes package catalogs; DataHub emphasizes discovery, ownership, and lineage across platforms.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8.22 uses Quilt so a genomics team can manage multiple annotated and preprocessed versions, browse packages, and select the correct release for each analysis. Package-style sharing helps distributed collaborators avoid informal file copies. The example 22 module for this chapter summarizes that catalog workflow.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8.23 shows a data engineering team using DataHub to track evolving real-time feeds so each version is documented and discoverable by downstream analysts. Catalog and lineage features matter when many producers and consumers share enterprise data platforms. Review the example 23 module for this chapter for the feed-versioning framing.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Large File Storage stores heavy binaries outside the main repository while keeping lightweight pointers and familiar Git commands. It is a strong fit when models or datasets must version with code but would bloat an ordinary Git history. It tracks files rather than full data pipelines or rich dataset catalogs.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8.24 applies Git LFS when training datasets and model files exceed ordinary Git limits. Pointers stay in Git while content lives in LFS storage, preserving history without an oversized clone. Learners can inspect the module files and listing for this example to see how LFS tracking is described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Prefer Quilt when teams need browsable package catalogs; DataHub when governance and discovery across platforms dominate; Git LFS when large artifacts must sit beside code without pipeline orchestration; DVC when remotes plus reproducible stages are central. Many organizations combine tools rather than forcing one system to do every job.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choice follows workload shape. Quilt and DataHub strengthen sharing and discovery; Git LFS strengthens large-file versioning beside Git; DVC remains the pipeline-oriented companion introduced earlier. Misalignment—such as stuffing giant binaries into plain Git—creates the pain these tools were built to avoid.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makes tool choice operational: DVC in machine learning pipelines, stage definitions in pipeline YAML, and live automation patterns including continuous-integration updates.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8 — Version control tools</a:t>
            </a:r>
          </a:p>
          <a:p>
            <a:pPr algn="ctr">
              <a:lnSpc>
                <a:spcPts val="2200"/>
              </a:lnSpc>
              <a:spcBef>
                <a:spcPts val="1400"/>
              </a:spcBef>
            </a:pPr>
            <a:r>
              <a:rPr sz="2600" b="0">
                <a:solidFill>
                  <a:srgbClr val="333333"/>
                </a:solidFill>
                <a:latin typeface="Calibri"/>
              </a:rPr>
              <a:t>Git and DVC are not the only options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Tools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Choose among tools using size, collaboration, and metadata needs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Tools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among versioning tools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Practical choice depends on file size, collaboration model, metadata depth</a:t>
            </a:r>
          </a:p>
          <a:p>
            <a:pPr lvl="0" marL="457200" indent="-228600">
              <a:buFont typeface="Calibri"/>
              <a:spcAft>
                <a:spcPts val="1000"/>
              </a:spcAft>
              <a:buSzPct val="100000"/>
              <a:buChar char="•"/>
              <a:lnSpc>
                <a:spcPts val="2200"/>
              </a:lnSpc>
            </a:pPr>
            <a:r>
              <a:rPr sz="2000" b="0">
                <a:solidFill>
                  <a:srgbClr val="333333"/>
                </a:solidFill>
                <a:latin typeface="Calibri"/>
              </a:rPr>
              <a:t>Git suits small text-like assets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Tools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8.22 — Quilt for Genomic Dataset Versions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8.22 — hands-on module</a:t>
            </a:r>
          </a:p>
          <a:p>
            <a:pPr lvl="0" marL="457200" indent="-228600">
              <a:buFont typeface="Calibri"/>
              <a:spcAft>
                <a:spcPts val="1000"/>
              </a:spcAft>
              <a:buSzPct val="100000"/>
              <a:buChar char="•"/>
              <a:lnSpc>
                <a:spcPts val="2200"/>
              </a:lnSpc>
            </a:pPr>
            <a:r>
              <a:rPr sz="2000" b="0">
                <a:solidFill>
                  <a:srgbClr val="333333"/>
                </a:solidFill>
                <a:latin typeface="Calibri"/>
              </a:rPr>
              <a:t>Select the correct release for each analysis</a:t>
            </a:r>
          </a:p>
          <a:p>
            <a:pPr lvl="0" marL="457200" indent="-228600">
              <a:buFont typeface="Calibri"/>
              <a:spcAft>
                <a:spcPts val="1000"/>
              </a:spcAft>
              <a:buSzPct val="100000"/>
              <a:buChar char="•"/>
              <a:lnSpc>
                <a:spcPts val="2200"/>
              </a:lnSpc>
            </a:pPr>
            <a:r>
              <a:rPr sz="2000" b="0">
                <a:solidFill>
                  <a:srgbClr val="333333"/>
                </a:solidFill>
                <a:latin typeface="Calibri"/>
              </a:rPr>
              <a:t>Package-style sharing helps distributed collaborators avoid informal file copies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`modules/chapter8/example22/`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8.23 — DataHub for Real-Time Feed Versions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8.23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8.23 shows a data engineering team using DataHub to track evolving real-time feeds</a:t>
            </a:r>
          </a:p>
          <a:p>
            <a:pPr lvl="0" marL="457200" indent="-228600">
              <a:buFont typeface="Calibri"/>
              <a:spcAft>
                <a:spcPts val="1000"/>
              </a:spcAft>
              <a:buSzPct val="100000"/>
              <a:buChar char="•"/>
              <a:lnSpc>
                <a:spcPts val="2200"/>
              </a:lnSpc>
            </a:pPr>
            <a:r>
              <a:rPr sz="2000" b="0">
                <a:solidFill>
                  <a:srgbClr val="333333"/>
                </a:solidFill>
                <a:latin typeface="Calibri"/>
              </a:rPr>
              <a:t>Catalog and lineage features matter when many producers and consumers share enterprise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`modules/chapter8/example23/`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Tools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Git LFS for large binaries beside Git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Git Large File Storage stores heavy binaries outside the main repository while keeping</a:t>
            </a:r>
          </a:p>
          <a:p>
            <a:pPr lvl="0" marL="457200" indent="-228600">
              <a:buFont typeface="Calibri"/>
              <a:spcAft>
                <a:spcPts val="1000"/>
              </a:spcAft>
              <a:buSzPct val="100000"/>
              <a:buChar char="•"/>
              <a:lnSpc>
                <a:spcPts val="2200"/>
              </a:lnSpc>
            </a:pPr>
            <a:r>
              <a:rPr sz="2000" b="0">
                <a:solidFill>
                  <a:srgbClr val="333333"/>
                </a:solidFill>
                <a:latin typeface="Calibri"/>
              </a:rPr>
              <a:t>It is a strong fit when models or datasets must version with code but would bloat an</a:t>
            </a:r>
          </a:p>
          <a:p>
            <a:pPr lvl="0" marL="457200" indent="-228600">
              <a:buFont typeface="Calibri"/>
              <a:spcAft>
                <a:spcPts val="1000"/>
              </a:spcAft>
              <a:buSzPct val="100000"/>
              <a:buChar char="•"/>
              <a:lnSpc>
                <a:spcPts val="2200"/>
              </a:lnSpc>
            </a:pPr>
            <a:r>
              <a:rPr sz="2000" b="0">
                <a:solidFill>
                  <a:srgbClr val="333333"/>
                </a:solidFill>
                <a:latin typeface="Calibri"/>
              </a:rPr>
              <a:t>It tracks files rather than full data pipelines or rich dataset catalogs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Tools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8.24 — Git LFS for Large Training Artifacts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8.24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8.24 applies Git LFS when training datasets and model files exceed ordinary Git</a:t>
            </a:r>
          </a:p>
          <a:p>
            <a:pPr lvl="0" marL="457200" indent="-228600">
              <a:buFont typeface="Calibri"/>
              <a:spcAft>
                <a:spcPts val="1000"/>
              </a:spcAft>
              <a:buSzPct val="100000"/>
              <a:buChar char="•"/>
              <a:lnSpc>
                <a:spcPts val="2200"/>
              </a:lnSpc>
            </a:pPr>
            <a:r>
              <a:rPr sz="2000" b="0">
                <a:solidFill>
                  <a:srgbClr val="333333"/>
                </a:solidFill>
                <a:latin typeface="Calibri"/>
              </a:rPr>
              <a:t>Pointers stay in Git while content lives in LFS storage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`modules/chapter8/example24/`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Tools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Matching tool to job</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Prefer Quilt when teams need browsable package catalogs</a:t>
            </a:r>
          </a:p>
          <a:p>
            <a:pPr lvl="0" marL="457200" indent="-228600">
              <a:buFont typeface="Calibri"/>
              <a:spcAft>
                <a:spcPts val="1000"/>
              </a:spcAft>
              <a:buSzPct val="100000"/>
              <a:buChar char="•"/>
              <a:lnSpc>
                <a:spcPts val="2200"/>
              </a:lnSpc>
            </a:pPr>
            <a:r>
              <a:rPr sz="2000" b="0">
                <a:solidFill>
                  <a:srgbClr val="333333"/>
                </a:solidFill>
                <a:latin typeface="Calibri"/>
              </a:rPr>
              <a:t>Many organizations combine tools rather than forcing one system to do every job</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Tools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Tool choice follows workload shape</a:t>
            </a:r>
          </a:p>
          <a:p>
            <a:pPr lvl="0" marL="457200" indent="-228600">
              <a:buFont typeface="Calibri"/>
              <a:spcAft>
                <a:spcPts val="1000"/>
              </a:spcAft>
              <a:buSzPct val="100000"/>
              <a:buChar char="•"/>
              <a:lnSpc>
                <a:spcPts val="2200"/>
              </a:lnSpc>
            </a:pPr>
            <a:r>
              <a:rPr sz="2000" b="0">
                <a:solidFill>
                  <a:srgbClr val="333333"/>
                </a:solidFill>
                <a:latin typeface="Calibri"/>
              </a:rPr>
              <a:t>Quilt and DataHub strengthen sharing and discovery</a:t>
            </a:r>
          </a:p>
          <a:p>
            <a:pPr lvl="0" marL="457200" indent="-228600">
              <a:buFont typeface="Calibri"/>
              <a:spcAft>
                <a:spcPts val="1000"/>
              </a:spcAft>
              <a:buSzPct val="100000"/>
              <a:buChar char="•"/>
              <a:lnSpc>
                <a:spcPts val="2200"/>
              </a:lnSpc>
            </a:pPr>
            <a:r>
              <a:rPr sz="2000" b="0">
                <a:solidFill>
                  <a:srgbClr val="333333"/>
                </a:solidFill>
                <a:latin typeface="Calibri"/>
              </a:rPr>
              <a:t>Misalignment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Tools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makes tool choice operational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Tools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