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freezes meaning at a point in time; version control tracks how the data itself changes. This part defines dataset version control, contrasts traditional folder naming with automated systems, and introduces Git-based commits alongside DVC for large remote-backed assets.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dataset version control and its goals, contrast traditional versus automated approaches, explain when plain Git commits suffice for small tables, and describe how DVC tracks large datasets stored outside Git.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version control tracks and manages evolving releases so changes from cleaning, transformation, or augmentation remain recorded and reversible. It supports knowing what changed and by whom, recovering from mistakes, reproducing prior experiments with exact data, and collaborating without silent overwrites.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practice relies on manual names such as versioned filenames or dated folders. It is simple for tiny projects but lacks granularity, automation, and reliable history. Automated systems such as Git with large-file support and DVC record changes systematically, integrate with code history, and scale better for frequent updates and multi-user work—at the cost of a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a distributed system designed for source code. Combined with careful file choices, it can track small CSV or schema-like artifacts whose changes sit beside code. Each update becomes a commit with an author and message, forming an auditable timeline for lightweight data assets.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8.20 stores a CSV dataset in a Git repository and creates a new commit whenever rows are added or updated. That pattern works when files stay modest in size and change alongside analysis code. The example 20 module for this chapter restates the commit-on-update habit for small tables.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extends Git-centered workflows for large datasets and models. Data files live in local or cloud storage while lightweight references remain in the repository. Collaborators can pull a specific dataset version so training and analysis use the same bytes that earlier experiments recorded.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8.21 places a large corpus in cloud object storage while DVC tracks versions. Analysts keep history and collaboration benefits without stuffing binaries into Git itself. Open the example 21 module for this chapter to review the remote-backed tracking idea.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control preserves change history for datasets, not only for code. Manual folder naming does not scale; automated tools do, with some training cost. Git fits small text-like tables; DVC fits large assets whose content belongs in remotes with pointers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compares additional tools—Quilt and DataHub for package-style and streaming catalogs—and shows when Git LFS is the right layer for large training artifacts.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Version control basics</a:t>
            </a:r>
          </a:p>
          <a:p>
            <a:pPr algn="ctr">
              <a:lnSpc>
                <a:spcPts val="2200"/>
              </a:lnSpc>
              <a:spcBef>
                <a:spcPts val="1400"/>
              </a:spcBef>
            </a:pPr>
            <a:r>
              <a:rPr sz="2600" b="0">
                <a:solidFill>
                  <a:srgbClr val="333333"/>
                </a:solidFill>
                <a:latin typeface="Calibri"/>
              </a:rPr>
              <a:t>Documentation freezes meaning at a point in time; version control tracks how the data itself changes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Describe how DVC tracks large datasets stored outside Git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dataset version control provides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Dataset version control tracks and manages evolving releases so changes from cleaning</a:t>
            </a:r>
          </a:p>
          <a:p>
            <a:pPr lvl="0" marL="457200" indent="-228600">
              <a:buFont typeface="Calibri"/>
              <a:spcAft>
                <a:spcPts val="1000"/>
              </a:spcAft>
              <a:buSzPct val="100000"/>
              <a:buChar char="•"/>
              <a:lnSpc>
                <a:spcPts val="2200"/>
              </a:lnSpc>
            </a:pPr>
            <a:r>
              <a:rPr sz="2000" b="0">
                <a:solidFill>
                  <a:srgbClr val="333333"/>
                </a:solidFill>
                <a:latin typeface="Calibri"/>
              </a:rPr>
              <a:t>Collaborating without silent overwrites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Traditional versus automated approaches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Traditional practice relies on manual names such as versioned filenames or dated folders</a:t>
            </a:r>
          </a:p>
          <a:p>
            <a:pPr lvl="0" marL="457200" indent="-228600">
              <a:buFont typeface="Calibri"/>
              <a:spcAft>
                <a:spcPts val="1000"/>
              </a:spcAft>
              <a:buSzPct val="100000"/>
              <a:buChar char="•"/>
              <a:lnSpc>
                <a:spcPts val="2200"/>
              </a:lnSpc>
            </a:pPr>
            <a:r>
              <a:rPr sz="2000" b="0">
                <a:solidFill>
                  <a:srgbClr val="333333"/>
                </a:solidFill>
                <a:latin typeface="Calibri"/>
              </a:rPr>
              <a:t>It is simple for tiny projects but lacks granularity, automation, and reliable history</a:t>
            </a:r>
          </a:p>
          <a:p>
            <a:pPr lvl="0" marL="457200" indent="-228600">
              <a:buFont typeface="Calibri"/>
              <a:spcAft>
                <a:spcPts val="1000"/>
              </a:spcAft>
              <a:buSzPct val="100000"/>
              <a:buChar char="•"/>
              <a:lnSpc>
                <a:spcPts val="2200"/>
              </a:lnSpc>
            </a:pPr>
            <a:r>
              <a:rPr sz="2000" b="0">
                <a:solidFill>
                  <a:srgbClr val="333333"/>
                </a:solidFill>
                <a:latin typeface="Calibri"/>
              </a:rPr>
              <a:t>Scale better for frequent updates and multi-user work, at the cost of a learning curve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Git for small, text-like datasets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Git is a distributed system designed for source code</a:t>
            </a:r>
          </a:p>
          <a:p>
            <a:pPr lvl="0" marL="457200" indent="-228600">
              <a:buFont typeface="Calibri"/>
              <a:spcAft>
                <a:spcPts val="1000"/>
              </a:spcAft>
              <a:buSzPct val="100000"/>
              <a:buChar char="•"/>
              <a:lnSpc>
                <a:spcPts val="2200"/>
              </a:lnSpc>
            </a:pPr>
            <a:r>
              <a:rPr sz="2000" b="0">
                <a:solidFill>
                  <a:srgbClr val="333333"/>
                </a:solidFill>
                <a:latin typeface="Calibri"/>
              </a:rPr>
              <a:t>Combined with careful file choices</a:t>
            </a:r>
          </a:p>
          <a:p>
            <a:pPr lvl="0" marL="457200" indent="-228600">
              <a:buFont typeface="Calibri"/>
              <a:spcAft>
                <a:spcPts val="1000"/>
              </a:spcAft>
              <a:buSzPct val="100000"/>
              <a:buChar char="•"/>
              <a:lnSpc>
                <a:spcPts val="2200"/>
              </a:lnSpc>
            </a:pPr>
            <a:r>
              <a:rPr sz="2000" b="0">
                <a:solidFill>
                  <a:srgbClr val="333333"/>
                </a:solidFill>
                <a:latin typeface="Calibri"/>
              </a:rPr>
              <a:t>Each update becomes a commit with an author and message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8.20 — CSV Dataset Commits in Git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8.20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8.20 stores a CSV dataset in a Git repository and creates a new commit whenever</a:t>
            </a:r>
          </a:p>
          <a:p>
            <a:pPr lvl="0" marL="457200" indent="-228600">
              <a:buFont typeface="Calibri"/>
              <a:spcAft>
                <a:spcPts val="1000"/>
              </a:spcAft>
              <a:buSzPct val="100000"/>
              <a:buChar char="•"/>
              <a:lnSpc>
                <a:spcPts val="2200"/>
              </a:lnSpc>
            </a:pPr>
            <a:r>
              <a:rPr sz="2000" b="0">
                <a:solidFill>
                  <a:srgbClr val="333333"/>
                </a:solidFill>
                <a:latin typeface="Calibri"/>
              </a:rPr>
              <a:t>That pattern works when files stay modest in size and change alongside analysis code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DVC for large remote-backed data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DVC extends Git-centered workflows for large datasets and models</a:t>
            </a:r>
          </a:p>
          <a:p>
            <a:pPr lvl="0" marL="457200" indent="-228600">
              <a:buFont typeface="Calibri"/>
              <a:spcAft>
                <a:spcPts val="1000"/>
              </a:spcAft>
              <a:buSzPct val="100000"/>
              <a:buChar char="•"/>
              <a:lnSpc>
                <a:spcPts val="2200"/>
              </a:lnSpc>
            </a:pPr>
            <a:r>
              <a:rPr sz="2000" b="0">
                <a:solidFill>
                  <a:srgbClr val="333333"/>
                </a:solidFill>
                <a:latin typeface="Calibri"/>
              </a:rPr>
              <a:t>Data files live in local or cloud storage while lightweight references remain in the</a:t>
            </a:r>
          </a:p>
          <a:p>
            <a:pPr lvl="0" marL="457200" indent="-228600">
              <a:buFont typeface="Calibri"/>
              <a:spcAft>
                <a:spcPts val="1000"/>
              </a:spcAft>
              <a:buSzPct val="100000"/>
              <a:buChar char="•"/>
              <a:lnSpc>
                <a:spcPts val="2200"/>
              </a:lnSpc>
            </a:pPr>
            <a:r>
              <a:rPr sz="2000" b="0">
                <a:solidFill>
                  <a:srgbClr val="333333"/>
                </a:solidFill>
                <a:latin typeface="Calibri"/>
              </a:rPr>
              <a:t>Collaborators can pull a specific dataset version so training and analysis use the same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8.21 — DVC Tracking of Cloud-Stored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8.21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8.21 places a large corpus in cloud object storage while DVC tracks versions</a:t>
            </a:r>
          </a:p>
          <a:p>
            <a:pPr lvl="0" marL="457200" indent="-228600">
              <a:buFont typeface="Calibri"/>
              <a:spcAft>
                <a:spcPts val="1000"/>
              </a:spcAft>
              <a:buSzPct val="100000"/>
              <a:buChar char="•"/>
              <a:lnSpc>
                <a:spcPts val="2200"/>
              </a:lnSpc>
            </a:pPr>
            <a:r>
              <a:rPr sz="2000" b="0">
                <a:solidFill>
                  <a:srgbClr val="333333"/>
                </a:solidFill>
                <a:latin typeface="Calibri"/>
              </a:rPr>
              <a:t>Analysts keep history and collaboration benefits without stuffing binaries into Git itself</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`modules/chapter8/example21/`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Version control preserves change history for datasets, not only for code</a:t>
            </a:r>
          </a:p>
          <a:p>
            <a:pPr lvl="0" marL="457200" indent="-228600">
              <a:buFont typeface="Calibri"/>
              <a:spcAft>
                <a:spcPts val="1000"/>
              </a:spcAft>
              <a:buSzPct val="100000"/>
              <a:buChar char="•"/>
              <a:lnSpc>
                <a:spcPts val="2200"/>
              </a:lnSpc>
            </a:pPr>
            <a:r>
              <a:rPr sz="2000" b="0">
                <a:solidFill>
                  <a:srgbClr val="333333"/>
                </a:solidFill>
                <a:latin typeface="Calibri"/>
              </a:rPr>
              <a:t>Manual folder naming does not scale; automated tools do, with some training cost</a:t>
            </a:r>
          </a:p>
          <a:p>
            <a:pPr lvl="0" marL="457200" indent="-228600">
              <a:buFont typeface="Calibri"/>
              <a:spcAft>
                <a:spcPts val="1000"/>
              </a:spcAft>
              <a:buSzPct val="100000"/>
              <a:buChar char="•"/>
              <a:lnSpc>
                <a:spcPts val="2200"/>
              </a:lnSpc>
            </a:pPr>
            <a:r>
              <a:rPr sz="2000" b="0">
                <a:solidFill>
                  <a:srgbClr val="333333"/>
                </a:solidFill>
                <a:latin typeface="Calibri"/>
              </a:rPr>
              <a:t>Git fits small text-like tables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Shows when Git LFS is the right layer for large training artifacts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Version Control Basics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