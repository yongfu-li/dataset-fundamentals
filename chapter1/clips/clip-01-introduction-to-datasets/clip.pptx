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Chapter 1 — Introduction to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Define a dataset as curated records and attributes prepared for a purpose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Define what counts as a dataset (vs raw logs)</a:t>
            </a:r>
          </a:p>
          <a:p>
            <a:pPr>
              <a:defRPr sz="2000"/>
            </a:pPr>
            <a:r>
              <a:t>Distinguish records (rows) from attributes (columns)</a:t>
            </a:r>
          </a:p>
          <a:p>
            <a:pPr>
              <a:defRPr sz="2000"/>
            </a:pPr>
            <a:r>
              <a:t>Recognize the same idea in CSV and JSON forms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What is a dataset?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Curated collection of data for analysis or decisions</a:t>
            </a:r>
          </a:p>
          <a:p>
            <a:pPr>
              <a:defRPr sz="2000"/>
            </a:pPr>
            <a:r>
              <a:t>Typically organized as records and attributes</a:t>
            </a:r>
          </a:p>
          <a:p>
            <a:pPr>
              <a:defRPr sz="2000"/>
            </a:pPr>
            <a:r>
              <a:t>Prepared for a purpose: scope, structure, documentation</a:t>
            </a:r>
          </a:p>
          <a:p>
            <a:pPr>
              <a:defRPr sz="2000"/>
            </a:pPr>
            <a:r>
              <a:t>Basic unit for ML, statistics, and business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Records and 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**Record** — one observation (row, instance)</a:t>
            </a:r>
          </a:p>
          <a:p>
            <a:pPr>
              <a:defRPr sz="2000"/>
            </a:pPr>
            <a:r>
              <a:t>**Attribute** — one property of that observation (column, field)</a:t>
            </a:r>
          </a:p>
          <a:p>
            <a:pPr>
              <a:defRPr sz="2000"/>
            </a:pPr>
            <a:r>
              <a:t>Sales example: one sale = one record; Date, Product, Price = attributes</a:t>
            </a:r>
          </a:p>
          <a:p>
            <a:pPr>
              <a:defRPr sz="2000"/>
            </a:pPr>
            <a:r>
              <a:t>Same pattern in healthcare, sensors, and other domains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1.1 — Sample CSV sales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Setting: six retail transactions in CSV</a:t>
            </a:r>
          </a:p>
          <a:p>
            <a:pPr>
              <a:defRPr sz="2000"/>
            </a:pPr>
            <a:r>
              <a:t>Key idea: each row is one sale; columns describe it</a:t>
            </a:r>
          </a:p>
          <a:p>
            <a:pPr>
              <a:defRPr sz="2000"/>
            </a:pPr>
            <a:r>
              <a:t>Try it: `modules/chapter1/example1/`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1.4 — Housing prices in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Setting: nested property listings (semi-structured)</a:t>
            </a:r>
          </a:p>
          <a:p>
            <a:pPr>
              <a:defRPr sz="2000"/>
            </a:pPr>
            <a:r>
              <a:t>Key idea: records need not be flat tables</a:t>
            </a:r>
          </a:p>
          <a:p>
            <a:pPr>
              <a:defRPr sz="2000"/>
            </a:pPr>
            <a:r>
              <a:t>Same goal: meaningful, interpretable data for analysis</a:t>
            </a:r>
          </a:p>
          <a:p>
            <a:pPr>
              <a:defRPr sz="2000"/>
            </a:pPr>
            <a:r>
              <a:t>Try it: `modules/chapter1/example4/`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 dataset is curated for a purpose, not just a dump of bytes</a:t>
            </a:r>
          </a:p>
          <a:p>
            <a:pPr>
              <a:defRPr sz="2000"/>
            </a:pPr>
            <a:r>
              <a:t>Records + attributes are the core vocabulary</a:t>
            </a:r>
          </a:p>
          <a:p>
            <a:pPr>
              <a:defRPr sz="2000"/>
            </a:pPr>
            <a:r>
              <a:t>Form varies (CSV, JSON, images, text); the goal stays insight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Complete the quiz for this clip</a:t>
            </a:r>
          </a:p>
          <a:p>
            <a:pPr>
              <a:defRPr sz="2000"/>
            </a:pPr>
            <a:r>
              <a:t>Then continue to: Types of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