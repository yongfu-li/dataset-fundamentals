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six retail transactions in CSV</a:t>
            </a:r>
          </a:p>
          <a:p>
            <a:r>
              <a:t>Key idea: each row is one sale; columns describe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Setting: nested property listings (semi-structured)</a:t>
            </a:r>
          </a:p>
          <a:p>
            <a:r>
              <a:t>Key idea: records need not be flat tables</a:t>
            </a:r>
          </a:p>
          <a:p>
            <a:r>
              <a:t>Same goal: meaningful, interpretable data for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1 — Introduction to datasets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Define a dataset as curated records and attributes prepared for a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Define what counts as a dataset (vs raw logs)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Distinguish records (rows) from attributes (columns)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Recognize the same idea in CSV and JSON 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What is a dataset?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Curated collection of data for analysis or decisions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Typically organized as records and attributes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Prepared for a purpose: scope, structure,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Basic unit for ML, statistics, and business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Records and attributes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Record</a:t>
            </a:r>
            <a:r>
              <a:rPr sz="2000" b="0">
                <a:solidFill>
                  <a:srgbClr val="333333"/>
                </a:solidFill>
                <a:latin typeface="Calibri"/>
              </a:rPr>
              <a:t> — one observation (row, instance)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</a:t>
            </a:r>
            <a:r>
              <a:rPr sz="2000" b="1">
                <a:solidFill>
                  <a:srgbClr val="333333"/>
                </a:solidFill>
                <a:latin typeface="Calibri"/>
              </a:rPr>
              <a:t>Attribute</a:t>
            </a:r>
            <a:r>
              <a:rPr sz="2000" b="0">
                <a:solidFill>
                  <a:srgbClr val="333333"/>
                </a:solidFill>
                <a:latin typeface="Calibri"/>
              </a:rPr>
              <a:t> — one property of that observation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(column, field)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Sales example: one sale = one record; Date, Product,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Price = attributes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Same pattern in healthcare, sensors, and other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domains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1.1 — Sample CSV sales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modules/chapter1/example1/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1.4 — Housing prices in 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$ cd modules/chapter1/example4/ &amp;&amp; bash run.sh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A dataset is curated for a purpose, not just a dump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of bytes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Records + attributes are the core vocabulary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• Form varies (CSV, JSON, images, text); the goal</a:t>
            </a:r>
          </a:p>
          <a:p>
            <a:pPr>
              <a:lnSpc>
                <a:spcPts val="2200"/>
              </a:lnSpc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Calibri"/>
              </a:rPr>
              <a:t>      stays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1 — Introduction To Datasets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