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Setting: financial ledger with a mis-keyed amount</a:t>
            </a:r>
          </a:p>
          <a:p>
            <a:r>
              <a:t>Key idea: one extra zero shifts monthly revenue by 10×</a:t>
            </a:r>
          </a:p>
          <a:p>
            <a:r>
              <a:t>Accuracy failures distort aggregates and forecasts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Metadata: who, when, schema, units, provenance</a:t>
            </a:r>
          </a:p>
          <a:p>
            <a:r>
              <a:t>Documentation: how to interpret and reuse the file</a:t>
            </a:r>
          </a:p>
          <a:p>
            <a:r>
              <a:t>Example 1.14: weather dataset metadata fields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1 — Characteristics of good datasets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Judge quality as a bundle of task-relative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Characteristics Of Good Datasets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List five quality dimensions from the chapter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Diagnose accuracy, completeness, and consistency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defects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Explain why metadata and documentation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Characteristics Of Good Datasets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Five quality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</a:t>
            </a:r>
            <a:r>
              <a:rPr sz="2000" b="1">
                <a:solidFill>
                  <a:srgbClr val="333333"/>
                </a:solidFill>
                <a:latin typeface="Calibri"/>
              </a:rPr>
              <a:t>Accuracy</a:t>
            </a:r>
            <a:r>
              <a:rPr sz="2000" b="0">
                <a:solidFill>
                  <a:srgbClr val="333333"/>
                </a:solidFill>
                <a:latin typeface="Calibri"/>
              </a:rPr>
              <a:t> — values reflect ground truth closely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enough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</a:t>
            </a:r>
            <a:r>
              <a:rPr sz="2000" b="1">
                <a:solidFill>
                  <a:srgbClr val="333333"/>
                </a:solidFill>
                <a:latin typeface="Calibri"/>
              </a:rPr>
              <a:t>Completeness</a:t>
            </a:r>
            <a:r>
              <a:rPr sz="2000" b="0">
                <a:solidFill>
                  <a:srgbClr val="333333"/>
                </a:solidFill>
                <a:latin typeface="Calibri"/>
              </a:rPr>
              <a:t> — needed records and attributes are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present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</a:t>
            </a:r>
            <a:r>
              <a:rPr sz="2000" b="1">
                <a:solidFill>
                  <a:srgbClr val="333333"/>
                </a:solidFill>
                <a:latin typeface="Calibri"/>
              </a:rPr>
              <a:t>Consistency</a:t>
            </a:r>
            <a:r>
              <a:rPr sz="2000" b="0">
                <a:solidFill>
                  <a:srgbClr val="333333"/>
                </a:solidFill>
                <a:latin typeface="Calibri"/>
              </a:rPr>
              <a:t> — uniform formats, units, definitions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</a:t>
            </a:r>
            <a:r>
              <a:rPr sz="2000" b="1">
                <a:solidFill>
                  <a:srgbClr val="333333"/>
                </a:solidFill>
                <a:latin typeface="Calibri"/>
              </a:rPr>
              <a:t>Relevance</a:t>
            </a:r>
            <a:r>
              <a:rPr sz="2000" b="0">
                <a:solidFill>
                  <a:srgbClr val="333333"/>
                </a:solidFill>
                <a:latin typeface="Calibri"/>
              </a:rPr>
              <a:t> — data answers the intended question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</a:t>
            </a:r>
            <a:r>
              <a:rPr sz="2000" b="1">
                <a:solidFill>
                  <a:srgbClr val="333333"/>
                </a:solidFill>
                <a:latin typeface="Calibri"/>
              </a:rPr>
              <a:t>Timeliness</a:t>
            </a:r>
            <a:r>
              <a:rPr sz="2000" b="0">
                <a:solidFill>
                  <a:srgbClr val="333333"/>
                </a:solidFill>
                <a:latin typeface="Calibri"/>
              </a:rPr>
              <a:t> — data is sufficiently up to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Characteristics Of Good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1.11 — Incorrect transaction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$ cd modules/chapter1/example11/ &amp;&amp; bash run.sh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Characteristics Of Good 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Completeness and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Missing age or diagnosis fields bias clinical models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(eg:1.12)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Mixed date formats break chronological sorting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(eg:1.13)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Defects interact: complete yet inaccurate still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fails the task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Systematic repair is deferred to later chapters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Characteristics Of Good Datasets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Metadata and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$ cd modules/chapter1/example14/ &amp;&amp; bash run.sh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Characteristics Of Good Datasets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Quality is multi-dimensional and task-relative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Spot accuracy, missingness, and format clashes early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Metadata + docs make datasets usable beyond their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author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Characteristics Of Good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