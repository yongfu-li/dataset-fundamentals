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Chapter 1 — Characteristics of good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Judge quality as a bundle of task-relative dimensions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List five quality dimensions from the chapter</a:t>
            </a:r>
          </a:p>
          <a:p>
            <a:pPr>
              <a:defRPr sz="2000"/>
            </a:pPr>
            <a:r>
              <a:t>Diagnose accuracy, completeness, and consistency defects</a:t>
            </a:r>
          </a:p>
          <a:p>
            <a:pPr>
              <a:defRPr sz="2000"/>
            </a:pPr>
            <a:r>
              <a:t>Explain why metadata and documentation matter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Five quality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**Accuracy** — values reflect ground truth closely enough</a:t>
            </a:r>
          </a:p>
          <a:p>
            <a:pPr>
              <a:defRPr sz="2000"/>
            </a:pPr>
            <a:r>
              <a:t>**Completeness** — needed records and attributes are present</a:t>
            </a:r>
          </a:p>
          <a:p>
            <a:pPr>
              <a:defRPr sz="2000"/>
            </a:pPr>
            <a:r>
              <a:t>**Consistency** — uniform formats, units, definitions</a:t>
            </a:r>
          </a:p>
          <a:p>
            <a:pPr>
              <a:defRPr sz="2000"/>
            </a:pPr>
            <a:r>
              <a:t>**Relevance** — data answers the intended question</a:t>
            </a:r>
          </a:p>
          <a:p>
            <a:pPr>
              <a:defRPr sz="2000"/>
            </a:pPr>
            <a:r>
              <a:t>**Timeliness** — data is sufficiently up to 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Example 1.11 — Incorrect transaction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Setting: financial ledger with a mis-keyed amount</a:t>
            </a:r>
          </a:p>
          <a:p>
            <a:pPr>
              <a:defRPr sz="2000"/>
            </a:pPr>
            <a:r>
              <a:t>Key idea: one extra zero shifts monthly revenue by 10×</a:t>
            </a:r>
          </a:p>
          <a:p>
            <a:pPr>
              <a:defRPr sz="2000"/>
            </a:pPr>
            <a:r>
              <a:t>Accuracy failures distort aggregates and forecasts</a:t>
            </a:r>
          </a:p>
          <a:p>
            <a:pPr>
              <a:defRPr sz="2000"/>
            </a:pPr>
            <a:r>
              <a:t>Try it: `modules/chapter1/example11/`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Completeness and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Missing age or diagnosis fields bias clinical models (eg:1.12)</a:t>
            </a:r>
          </a:p>
          <a:p>
            <a:pPr>
              <a:defRPr sz="2000"/>
            </a:pPr>
            <a:r>
              <a:t>Mixed date formats break chronological sorting (eg:1.13)</a:t>
            </a:r>
          </a:p>
          <a:p>
            <a:pPr>
              <a:defRPr sz="2000"/>
            </a:pPr>
            <a:r>
              <a:t>Defects interact: complete yet inaccurate still fails the task</a:t>
            </a:r>
          </a:p>
          <a:p>
            <a:pPr>
              <a:defRPr sz="2000"/>
            </a:pPr>
            <a:r>
              <a:t>Systematic repair is deferred to later chapters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Metadata and documentation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Metadata: who, when, schema, units, provenance</a:t>
            </a:r>
          </a:p>
          <a:p>
            <a:pPr>
              <a:defRPr sz="2000"/>
            </a:pPr>
            <a:r>
              <a:t>Documentation: how to interpret and reuse the file</a:t>
            </a:r>
          </a:p>
          <a:p>
            <a:pPr>
              <a:defRPr sz="2000"/>
            </a:pPr>
            <a:r>
              <a:t>Example 1.14: weather dataset metadata fields</a:t>
            </a:r>
          </a:p>
          <a:p>
            <a:pPr>
              <a:defRPr sz="2000"/>
            </a:pPr>
            <a:r>
              <a:t>Try it: `modules/chapter1/example14/`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Quality is multi-dimensional and task-relative</a:t>
            </a:r>
          </a:p>
          <a:p>
            <a:pPr>
              <a:defRPr sz="2000"/>
            </a:pPr>
            <a:r>
              <a:t>Spot accuracy, missingness, and format clashes early</a:t>
            </a:r>
          </a:p>
          <a:p>
            <a:pPr>
              <a:defRPr sz="2000"/>
            </a:pPr>
            <a:r>
              <a:t>Metadata + docs make datasets usable beyond their author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Complete the quiz for this clip</a:t>
            </a:r>
          </a:p>
          <a:p>
            <a:pPr>
              <a:defRPr sz="2000"/>
            </a:pPr>
            <a:r>
              <a:t>Then continue to: Exploring a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