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Chapter 1 — Dataset management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Keep datasets trustworthy as they are stored, shared, and reused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1 — Dataset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Explain why management matters after models ship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List core management practices (versioning,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      metadata, access, catalog)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Name privacy and security controls that protect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      sensitive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1 — Dataset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Why management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Quiet work: access, versions, backups, retention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Traceability for audits and collaboration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Prevents undocumented preprocessing from poisoning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      models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Protects the investment in collection and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1 — Dataset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Best practices (overview)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Version control for evolving extracts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Cleaning and transformation with clear schemas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Metadata documentation and data catalogs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Storage, backups, and role-based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1 — Dataset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Privacy and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Encryption at rest and in transit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Anonymization / de-identification for sharing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MFA and role-based access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Compliance (e.g., GDPR, HIPAA) plus audit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1 — Dataset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Looking ahead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This chapter: what datasets are and how to use them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      responsibly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Next: Chapter 2 — how records are collected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Management depth continues in later chapters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      (privacy, docs, storage)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1 — Dataset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Management is not an optional add-on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Versioning + metadata + access must work together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Protection begins when records are first stored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1 — Dataset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