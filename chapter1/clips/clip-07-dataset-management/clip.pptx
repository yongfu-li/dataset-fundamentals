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Chapter 1 — Dataset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Keep datasets trustworthy as they are stored, shared, and reused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Explain why management matters after models ship</a:t>
            </a:r>
          </a:p>
          <a:p>
            <a:pPr>
              <a:defRPr sz="2000"/>
            </a:pPr>
            <a:r>
              <a:t>List core management practices (versioning, metadata, access, catalog)</a:t>
            </a:r>
          </a:p>
          <a:p>
            <a:pPr>
              <a:defRPr sz="2000"/>
            </a:pPr>
            <a:r>
              <a:t>Name privacy and security controls that protect sensitive tables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Why management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Quiet work: access, versions, backups, retention</a:t>
            </a:r>
          </a:p>
          <a:p>
            <a:pPr>
              <a:defRPr sz="2000"/>
            </a:pPr>
            <a:r>
              <a:t>Traceability for audits and collaboration</a:t>
            </a:r>
          </a:p>
          <a:p>
            <a:pPr>
              <a:defRPr sz="2000"/>
            </a:pPr>
            <a:r>
              <a:t>Prevents undocumented preprocessing from poisoning models</a:t>
            </a:r>
          </a:p>
          <a:p>
            <a:pPr>
              <a:defRPr sz="2000"/>
            </a:pPr>
            <a:r>
              <a:t>Protects the investment in collection and quality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Best practices (overview)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Version control for evolving extracts</a:t>
            </a:r>
          </a:p>
          <a:p>
            <a:pPr>
              <a:defRPr sz="2000"/>
            </a:pPr>
            <a:r>
              <a:t>Cleaning and transformation with clear schemas</a:t>
            </a:r>
          </a:p>
          <a:p>
            <a:pPr>
              <a:defRPr sz="2000"/>
            </a:pPr>
            <a:r>
              <a:t>Metadata documentation and data catalogs</a:t>
            </a:r>
          </a:p>
          <a:p>
            <a:pPr>
              <a:defRPr sz="2000"/>
            </a:pPr>
            <a:r>
              <a:t>Storage, backups, and role-based access control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Privacy and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Encryption at rest and in transit</a:t>
            </a:r>
          </a:p>
          <a:p>
            <a:pPr>
              <a:defRPr sz="2000"/>
            </a:pPr>
            <a:r>
              <a:t>Anonymization / de-identification for sharing</a:t>
            </a:r>
          </a:p>
          <a:p>
            <a:pPr>
              <a:defRPr sz="2000"/>
            </a:pPr>
            <a:r>
              <a:t>MFA and role-based access</a:t>
            </a:r>
          </a:p>
          <a:p>
            <a:pPr>
              <a:defRPr sz="2000"/>
            </a:pPr>
            <a:r>
              <a:t>Compliance (e.g., GDPR, HIPAA) plus audit logging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Looking ahead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This chapter: what datasets are and how to use them responsibly</a:t>
            </a:r>
          </a:p>
          <a:p>
            <a:pPr>
              <a:defRPr sz="2000"/>
            </a:pPr>
            <a:r>
              <a:t>Next: Chapter 2 — how records are collected</a:t>
            </a:r>
          </a:p>
          <a:p>
            <a:pPr>
              <a:defRPr sz="2000"/>
            </a:pPr>
            <a:r>
              <a:t>Management depth continues in later chapters (privacy, docs, storage)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Management is not an optional add-on</a:t>
            </a:r>
          </a:p>
          <a:p>
            <a:pPr>
              <a:defRPr sz="2000"/>
            </a:pPr>
            <a:r>
              <a:t>Versioning + metadata + access must work together</a:t>
            </a:r>
          </a:p>
          <a:p>
            <a:pPr>
              <a:defRPr sz="2000"/>
            </a:pPr>
            <a:r>
              <a:t>Protection begins when records are first stored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Complete the quiz for this clip</a:t>
            </a:r>
          </a:p>
          <a:p>
            <a:pPr>
              <a:defRPr sz="2000"/>
            </a:pPr>
            <a:r>
              <a:t>Return to the chapter learning path or continue to Chapter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