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Chapter 1 — Exploring a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Discover whether a concrete file meets the quality bar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State three early questions exploration should answer</a:t>
            </a:r>
          </a:p>
          <a:p>
            <a:pPr>
              <a:defRPr sz="2000"/>
            </a:pPr>
            <a:r>
              <a:t>Match common tools to dataset size and structure</a:t>
            </a:r>
          </a:p>
          <a:p>
            <a:pPr>
              <a:defRPr sz="2000"/>
            </a:pPr>
            <a:r>
              <a:t>Outline a first-pass profiling pattern (summaries + visuals + missingness)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Why explore first?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Turns an unfamiliar file into a mental model</a:t>
            </a:r>
          </a:p>
          <a:p>
            <a:pPr>
              <a:defRPr sz="2000"/>
            </a:pPr>
            <a:r>
              <a:t>Surfaces seasonal patterns, outliers, missing fields</a:t>
            </a:r>
          </a:p>
          <a:p>
            <a:pPr>
              <a:defRPr sz="2000"/>
            </a:pPr>
            <a:r>
              <a:t>Shapes which quality issues to prioritize</a:t>
            </a:r>
          </a:p>
          <a:p>
            <a:pPr>
              <a:defRPr sz="2000"/>
            </a:pPr>
            <a:r>
              <a:t>Does not replace formal cleaning—reveals where it is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Three early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What is in the table?</a:t>
            </a:r>
          </a:p>
          <a:p>
            <a:pPr>
              <a:defRPr sz="2000"/>
            </a:pPr>
            <a:r>
              <a:t>What looks suspicious?</a:t>
            </a:r>
          </a:p>
          <a:p>
            <a:pPr>
              <a:defRPr sz="2000"/>
            </a:pPr>
            <a:r>
              <a:t>What analysis goals remain feasible given defects?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Tools for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Spreadsheets — small tables, quick looks</a:t>
            </a:r>
          </a:p>
          <a:p>
            <a:pPr>
              <a:defRPr sz="2000"/>
            </a:pPr>
            <a:r>
              <a:t>SQL — filter and aggregate relational stores</a:t>
            </a:r>
          </a:p>
          <a:p>
            <a:pPr>
              <a:defRPr sz="2000"/>
            </a:pPr>
            <a:r>
              <a:t>pandas — reproducible profiling scripts</a:t>
            </a:r>
          </a:p>
          <a:p>
            <a:pPr>
              <a:defRPr sz="2000"/>
            </a:pPr>
            <a:r>
              <a:t>Tableau / Power BI — shared interactive views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Example 1.20 — Household incomes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Setting: compact income table + pandas profiling</a:t>
            </a:r>
          </a:p>
          <a:p>
            <a:pPr>
              <a:defRPr sz="2000"/>
            </a:pPr>
            <a:r>
              <a:t>Key idea: summaries, distribution checks, missingness</a:t>
            </a:r>
          </a:p>
          <a:p>
            <a:pPr>
              <a:defRPr sz="2000"/>
            </a:pPr>
            <a:r>
              <a:t>Adapt the script to any new CSV</a:t>
            </a:r>
          </a:p>
          <a:p>
            <a:pPr>
              <a:defRPr sz="2000"/>
            </a:pPr>
            <a:r>
              <a:t>Try it: `modules/chapter1/example20/`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Explore before modeling to set expectations</a:t>
            </a:r>
          </a:p>
          <a:p>
            <a:pPr>
              <a:defRPr sz="2000"/>
            </a:pPr>
            <a:r>
              <a:t>Tool choice follows size, structure, and audience</a:t>
            </a:r>
          </a:p>
          <a:p>
            <a:pPr>
              <a:defRPr sz="2000"/>
            </a:pPr>
            <a:r>
              <a:t>Document what you inspected and what you will fix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Complete the quiz for this clip</a:t>
            </a:r>
          </a:p>
          <a:p>
            <a:pPr>
              <a:defRPr sz="2000"/>
            </a:pPr>
            <a:r>
              <a:t>Then continue to: Uses of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