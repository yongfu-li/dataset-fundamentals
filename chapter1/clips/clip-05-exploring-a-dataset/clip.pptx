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compact income table + pandas profiling</a:t>
            </a:r>
          </a:p>
          <a:p>
            <a:r>
              <a:t>Key idea: summaries, distribution checks, missingness</a:t>
            </a:r>
          </a:p>
          <a:p>
            <a:r>
              <a:t>Adapt the script to any new 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1 — Exploring a dataset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Discover whether a concrete file meets the quality bar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Exploring A Dataset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State three early questions exploration should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answer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Match common tools to dataset size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Outline a first-pass profiling pattern (summaries +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visuals + missingness)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Exploring A Dataset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explore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Turns an unfamiliar file into a mental model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Surfaces seasonal patterns, outliers, missing fields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Shapes which quality issues to prioritize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Does not replace formal cleaning—reveals where it is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Exploring A Dataset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Three early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What is in the table?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What looks suspicious?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What analysis goals remain feasible given defects?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Exploring A Dataset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Tools for exploration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Spreadsheets — small tables, quick looks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SQL — filter and aggregate relational stores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pandas — reproducible profiling scripts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Tableau / Power BI — shared interactive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Exploring A Dataset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1.20 — Household incomes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modules/chapter1/example20/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Exploring A Dataset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Explore before modeling to set expectations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Tool choice follows size, structure, and audience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Document what you inspected and what you will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Exploring A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