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Chapter 1 — Uses of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Where datasets create value—and one end-to-end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Map sectors to typical datasets and analytical goals</a:t>
            </a:r>
          </a:p>
          <a:p>
            <a:pPr>
              <a:defRPr sz="2000"/>
            </a:pPr>
            <a:r>
              <a:t>Trace the shared lifecycle: define, assess, explore, act</a:t>
            </a:r>
          </a:p>
          <a:p>
            <a:pPr>
              <a:defRPr sz="2000"/>
            </a:pPr>
            <a:r>
              <a:t>Outline the customer-churn case study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Applications across sectors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Retail: purchase histories → segmentation, forecasts</a:t>
            </a:r>
          </a:p>
          <a:p>
            <a:pPr>
              <a:defRPr sz="2000"/>
            </a:pPr>
            <a:r>
              <a:t>Healthcare: EHRs and wearables → risk and monitoring</a:t>
            </a:r>
          </a:p>
          <a:p>
            <a:pPr>
              <a:defRPr sz="2000"/>
            </a:pPr>
            <a:r>
              <a:t>Finance: ledgers → fraud and credit scoring</a:t>
            </a:r>
          </a:p>
          <a:p>
            <a:pPr>
              <a:defRPr sz="2000"/>
            </a:pPr>
            <a:r>
              <a:t>Education and government: logs and statistics → intervention and planning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Example 1.21 — Purchase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Setting: one row per order (customer, category, date, amount)</a:t>
            </a:r>
          </a:p>
          <a:p>
            <a:pPr>
              <a:defRPr sz="2000"/>
            </a:pPr>
            <a:r>
              <a:t>Key idea: aggregates reveal repurchase rhythms</a:t>
            </a:r>
          </a:p>
          <a:p>
            <a:pPr>
              <a:defRPr sz="2000"/>
            </a:pPr>
            <a:r>
              <a:t>Drives segmentation and promotional calendars</a:t>
            </a:r>
          </a:p>
          <a:p>
            <a:pPr>
              <a:defRPr sz="2000"/>
            </a:pPr>
            <a:r>
              <a:t>Module: `modules/chapter1/example21/`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Case study: customer churn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Collect and join customer behavior features</a:t>
            </a:r>
          </a:p>
          <a:p>
            <a:pPr>
              <a:defRPr sz="2000"/>
            </a:pPr>
            <a:r>
              <a:t>Explore and clean before modeling</a:t>
            </a:r>
          </a:p>
          <a:p>
            <a:pPr>
              <a:defRPr sz="2000"/>
            </a:pPr>
            <a:r>
              <a:t>Train a classifier; score risk of cancellation</a:t>
            </a:r>
          </a:p>
          <a:p>
            <a:pPr>
              <a:defRPr sz="2000"/>
            </a:pPr>
            <a:r>
              <a:t>Act with retention offers guided by feature importance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Example 1.31 — Churn model sketch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Setting: Python workflow on churn labels</a:t>
            </a:r>
          </a:p>
          <a:p>
            <a:pPr>
              <a:defRPr sz="2000"/>
            </a:pPr>
            <a:r>
              <a:t>Key idea: same arc as fraud or demand forecasting</a:t>
            </a:r>
          </a:p>
          <a:p>
            <a:pPr>
              <a:defRPr sz="2000"/>
            </a:pPr>
            <a:r>
              <a:t>Only labels and cost of errors change by domain</a:t>
            </a:r>
          </a:p>
          <a:p>
            <a:pPr>
              <a:defRPr sz="2000"/>
            </a:pPr>
            <a:r>
              <a:t>Try it: `modules/chapter1/example31/`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Domain vocabulary changes; the lifecycle does not</a:t>
            </a:r>
          </a:p>
          <a:p>
            <a:pPr>
              <a:defRPr sz="2000"/>
            </a:pPr>
            <a:r>
              <a:t>Exploration and quality feed every serious application</a:t>
            </a:r>
          </a:p>
          <a:p>
            <a:pPr>
              <a:defRPr sz="2000"/>
            </a:pPr>
            <a:r>
              <a:t>Churn shows define → prepare → model → intervene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Complete the quiz for this clip</a:t>
            </a:r>
          </a:p>
          <a:p>
            <a:pPr>
              <a:defRPr sz="2000"/>
            </a:pPr>
            <a:r>
              <a:t>Then continue to: Dataset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