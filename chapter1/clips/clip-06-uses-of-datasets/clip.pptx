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one row per order (customer, category, date, amount)</a:t>
            </a:r>
          </a:p>
          <a:p>
            <a:r>
              <a:t>Key idea: aggregates reveal repurchase rhythms</a:t>
            </a:r>
          </a:p>
          <a:p>
            <a:r>
              <a:t>Drives segmentation and promotional calendars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Python workflow on churn labels</a:t>
            </a:r>
          </a:p>
          <a:p>
            <a:r>
              <a:t>Key idea: same arc as fraud or demand forecasting</a:t>
            </a:r>
          </a:p>
          <a:p>
            <a:r>
              <a:t>Only labels and cost of errors change by 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Uses of datasets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Where datasets create value—and one 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Map sectors to typical datasets and analytical goals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Trace the shared lifecycle: define, assess, explore,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act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Outline the customer-churn case study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Applications across sectors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Retail: purchase histories → segmentation, forecasts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Healthcare: EHRs and wearables → risk and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Finance: ledgers → fraud and credit scoring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Education and government: logs and statistics →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intervention and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1.21 — Purchase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modules/chapter1/example21/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Case study: customer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Collect and join customer behavior features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Explore and clean before modeling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Train a classifier; score risk of cancellation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Act with retention offers guided by feature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1.31 — Churn model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modules/chapter1/example31/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Domain vocabulary changes; the lifecycle does not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Exploration and quality feed every serious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Churn shows define → prepare → model → intervene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Uses Of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