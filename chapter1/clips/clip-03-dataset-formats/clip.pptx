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Setting: relational tables with typed columns</a:t>
            </a:r>
          </a:p>
          <a:p>
            <a:r>
              <a:t>Key idea: schema + queries for filtering and joins</a:t>
            </a:r>
          </a:p>
          <a:p>
            <a:r>
              <a:t>Fits structured datasets with stable attributes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Setting: hierarchical binary store for arrays</a:t>
            </a:r>
          </a:p>
          <a:p>
            <a:r>
              <a:t>Key idea: efficient read/write for large numeric data</a:t>
            </a:r>
          </a:p>
          <a:p>
            <a:r>
              <a:t>Common in scientific and ML feature pipelines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Chapter 1 — Dataset formats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Match storage formats to structure, volume, and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Dataset Formats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Name common formats for tabular, hierarchical, and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geospatial data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Explain when CSV, SQL, HDF5, or GeoJSON is a fit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Link format choice to downstream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Dataset Formats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Why format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Format is how structure is serialized on disk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Wrong format creates friction in the pipeline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Match format to structure, volume, and tools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Complements the type taxonomy from the previous clip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Dataset Formats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Common formats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</a:t>
            </a:r>
            <a:r>
              <a:rPr sz="2000" b="1">
                <a:solidFill>
                  <a:srgbClr val="333333"/>
                </a:solidFill>
                <a:latin typeface="Calibri"/>
              </a:rPr>
              <a:t>CSV</a:t>
            </a:r>
            <a:r>
              <a:rPr sz="2000" b="0">
                <a:solidFill>
                  <a:srgbClr val="333333"/>
                </a:solidFill>
                <a:latin typeface="Calibri"/>
              </a:rPr>
              <a:t> — simple tabular exchange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</a:t>
            </a:r>
            <a:r>
              <a:rPr sz="2000" b="1">
                <a:solidFill>
                  <a:srgbClr val="333333"/>
                </a:solidFill>
                <a:latin typeface="Calibri"/>
              </a:rPr>
              <a:t>SQL tables</a:t>
            </a:r>
            <a:r>
              <a:rPr sz="2000" b="0">
                <a:solidFill>
                  <a:srgbClr val="333333"/>
                </a:solidFill>
                <a:latin typeface="Calibri"/>
              </a:rPr>
              <a:t> — queryable structured stores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</a:t>
            </a:r>
            <a:r>
              <a:rPr sz="2000" b="1">
                <a:solidFill>
                  <a:srgbClr val="333333"/>
                </a:solidFill>
                <a:latin typeface="Calibri"/>
              </a:rPr>
              <a:t>JSON / GeoJSON</a:t>
            </a:r>
            <a:r>
              <a:rPr sz="2000" b="0">
                <a:solidFill>
                  <a:srgbClr val="333333"/>
                </a:solidFill>
                <a:latin typeface="Calibri"/>
              </a:rPr>
              <a:t> — nested or spatial features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</a:t>
            </a:r>
            <a:r>
              <a:rPr sz="2000" b="1">
                <a:solidFill>
                  <a:srgbClr val="333333"/>
                </a:solidFill>
                <a:latin typeface="Calibri"/>
              </a:rPr>
              <a:t>HDF5</a:t>
            </a:r>
            <a:r>
              <a:rPr sz="2000" b="0">
                <a:solidFill>
                  <a:srgbClr val="333333"/>
                </a:solidFill>
                <a:latin typeface="Calibri"/>
              </a:rPr>
              <a:t> — large scientific / array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Dataset Formats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Example 1.8 — SQL format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$ cd modules/chapter1/example8/ &amp;&amp; bash run.sh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Dataset Formats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Example 1.9 — HDF5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$ cd modules/chapter1/example9/ &amp;&amp; bash run.sh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Dataset Formats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Choosing a format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Start from structure (tabular vs nested vs spatial)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Consider size, update rate, and who will query it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Prefer formats your stack already supports well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Document the choice in metadata (next quality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topics)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Dataset Formats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Format = serialization of structure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CSV and SQL dominate everyday tables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HDF5 and GeoJSON serve specialized shapes and scales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Dataset Formats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