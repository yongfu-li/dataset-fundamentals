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Dataset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Match storage formats to structure, volume, and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Name common formats for tabular, hierarchical, and geospatial data</a:t>
            </a:r>
          </a:p>
          <a:p>
            <a:pPr>
              <a:defRPr sz="2000"/>
            </a:pPr>
            <a:r>
              <a:t>Explain when CSV, SQL, HDF5, or GeoJSON is a fit</a:t>
            </a:r>
          </a:p>
          <a:p>
            <a:pPr>
              <a:defRPr sz="2000"/>
            </a:pPr>
            <a:r>
              <a:t>Link format choice to downstream tooling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format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Format is how structure is serialized on disk</a:t>
            </a:r>
          </a:p>
          <a:p>
            <a:pPr>
              <a:defRPr sz="2000"/>
            </a:pPr>
            <a:r>
              <a:t>Wrong format creates friction in the pipeline</a:t>
            </a:r>
          </a:p>
          <a:p>
            <a:pPr>
              <a:defRPr sz="2000"/>
            </a:pPr>
            <a:r>
              <a:t>Match format to structure, volume, and tools</a:t>
            </a:r>
          </a:p>
          <a:p>
            <a:pPr>
              <a:defRPr sz="2000"/>
            </a:pPr>
            <a:r>
              <a:t>Complements the type taxonomy from the previous clip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Common formats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**CSV** — simple tabular exchange</a:t>
            </a:r>
          </a:p>
          <a:p>
            <a:pPr>
              <a:defRPr sz="2000"/>
            </a:pPr>
            <a:r>
              <a:t>**SQL tables** — queryable structured stores</a:t>
            </a:r>
          </a:p>
          <a:p>
            <a:pPr>
              <a:defRPr sz="2000"/>
            </a:pPr>
            <a:r>
              <a:t>**JSON / GeoJSON** — nested or spatial features</a:t>
            </a:r>
          </a:p>
          <a:p>
            <a:pPr>
              <a:defRPr sz="2000"/>
            </a:pPr>
            <a:r>
              <a:t>**HDF5** — large scientific / array 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1.8 — SQL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relational tables with typed columns</a:t>
            </a:r>
          </a:p>
          <a:p>
            <a:pPr>
              <a:defRPr sz="2000"/>
            </a:pPr>
            <a:r>
              <a:t>Key idea: schema + queries for filtering and joins</a:t>
            </a:r>
          </a:p>
          <a:p>
            <a:pPr>
              <a:defRPr sz="2000"/>
            </a:pPr>
            <a:r>
              <a:t>Fits structured datasets with stable attributes</a:t>
            </a:r>
          </a:p>
          <a:p>
            <a:pPr>
              <a:defRPr sz="2000"/>
            </a:pPr>
            <a:r>
              <a:t>Try it: `modules/chapter1/example8/`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1.9 — HDF5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hierarchical binary store for arrays</a:t>
            </a:r>
          </a:p>
          <a:p>
            <a:pPr>
              <a:defRPr sz="2000"/>
            </a:pPr>
            <a:r>
              <a:t>Key idea: efficient read/write for large numeric data</a:t>
            </a:r>
          </a:p>
          <a:p>
            <a:pPr>
              <a:defRPr sz="2000"/>
            </a:pPr>
            <a:r>
              <a:t>Common in scientific and ML feature pipelines</a:t>
            </a:r>
          </a:p>
          <a:p>
            <a:pPr>
              <a:defRPr sz="2000"/>
            </a:pPr>
            <a:r>
              <a:t>Try it: `modules/chapter1/example9/`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Choosing a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Start from structure (tabular vs nested vs spatial)</a:t>
            </a:r>
          </a:p>
          <a:p>
            <a:pPr>
              <a:defRPr sz="2000"/>
            </a:pPr>
            <a:r>
              <a:t>Consider size, update rate, and who will query it</a:t>
            </a:r>
          </a:p>
          <a:p>
            <a:pPr>
              <a:defRPr sz="2000"/>
            </a:pPr>
            <a:r>
              <a:t>Prefer formats your stack already supports well</a:t>
            </a:r>
          </a:p>
          <a:p>
            <a:pPr>
              <a:defRPr sz="2000"/>
            </a:pPr>
            <a:r>
              <a:t>Document the choice in metadata (next quality topics)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Format = serialization of structure</a:t>
            </a:r>
          </a:p>
          <a:p>
            <a:pPr>
              <a:defRPr sz="2000"/>
            </a:pPr>
            <a:r>
              <a:t>CSV and SQL dominate everyday tables</a:t>
            </a:r>
          </a:p>
          <a:p>
            <a:pPr>
              <a:defRPr sz="2000"/>
            </a:pPr>
            <a:r>
              <a:t>HDF5 and GeoJSON serve specialized shapes and scales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Complete the quiz for this clip</a:t>
            </a:r>
          </a:p>
          <a:p>
            <a:pPr>
              <a:defRPr sz="2000"/>
            </a:pPr>
            <a:r>
              <a:t>Then continue to: Characteristics of good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