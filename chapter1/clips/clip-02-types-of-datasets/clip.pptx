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Flexible schema with tags or keys (JSON, XML, YAML)</a:t>
            </a:r>
          </a:p>
          <a:p>
            <a:r>
              <a:t>Nested fields without a rigid relational table</a:t>
            </a:r>
          </a:p>
          <a:p>
            <a:r>
              <a:t>Example 1.7: JSON objects with varying optional keys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Chapter 1 — Types of datasets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Classify datasets by structure and temporal behavior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Types Of Datasets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Contrast structured, unstructured, and semi-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structured data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Give a typical format and example for each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structural type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Distinguish static from dynamic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Types Of Datasets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Two classification axes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</a:t>
            </a:r>
            <a:r>
              <a:rPr sz="2000" b="1">
                <a:solidFill>
                  <a:srgbClr val="333333"/>
                </a:solidFill>
                <a:latin typeface="Calibri"/>
              </a:rPr>
              <a:t>Structure:</a:t>
            </a:r>
            <a:r>
              <a:rPr sz="2000" b="0">
                <a:solidFill>
                  <a:srgbClr val="333333"/>
                </a:solidFill>
                <a:latin typeface="Calibri"/>
              </a:rPr>
              <a:t> structured / unstructured / semi-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structured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</a:t>
            </a:r>
            <a:r>
              <a:rPr sz="2000" b="1">
                <a:solidFill>
                  <a:srgbClr val="333333"/>
                </a:solidFill>
                <a:latin typeface="Calibri"/>
              </a:rPr>
              <a:t>Temporal behavior:</a:t>
            </a:r>
            <a:r>
              <a:rPr sz="2000" b="0">
                <a:solidFill>
                  <a:srgbClr val="333333"/>
                </a:solidFill>
                <a:latin typeface="Calibri"/>
              </a:rPr>
              <a:t> static vs dynamic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Structure affects how you store, query, and analyze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Choosing the right representation is a prerequisite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for reliable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Types Of Datasets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Structured datasets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Fixed schema: rows and columns, consistent types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Common stores: spreadsheets, relational tables, CSV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Easy to filter, join, and aggregate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Example: customer table (ID, Name, Email, 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Types Of Datasets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Unstructured datasets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No fixed row–column schema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Text, images, audio, video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Insights often need NLP or computer vision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Example: social posts, X-rays, voice recordings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Types Of Datasets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Semi-structured datasets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$ cd modules/chapter1/example7/ &amp;&amp; bash run.sh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Types Of Datasets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Static vs dynamic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</a:t>
            </a:r>
            <a:r>
              <a:rPr sz="2000" b="1">
                <a:solidFill>
                  <a:srgbClr val="333333"/>
                </a:solidFill>
                <a:latin typeface="Calibri"/>
              </a:rPr>
              <a:t>Static:</a:t>
            </a:r>
            <a:r>
              <a:rPr sz="2000" b="0">
                <a:solidFill>
                  <a:srgbClr val="333333"/>
                </a:solidFill>
                <a:latin typeface="Calibri"/>
              </a:rPr>
              <a:t> snapshot that changes rarely (archive census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extract)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</a:t>
            </a:r>
            <a:r>
              <a:rPr sz="2000" b="1">
                <a:solidFill>
                  <a:srgbClr val="333333"/>
                </a:solidFill>
                <a:latin typeface="Calibri"/>
              </a:rPr>
              <a:t>Dynamic:</a:t>
            </a:r>
            <a:r>
              <a:rPr sz="2000" b="0">
                <a:solidFill>
                  <a:srgbClr val="333333"/>
                </a:solidFill>
                <a:latin typeface="Calibri"/>
              </a:rPr>
              <a:t> updates continuously (sensor streams, click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logs)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Same entity can appear in both forms over its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lifecycle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Temporal behavior drives refresh, versioning, and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monitoring needs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Types Of Datasets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Structure and time are independent axes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Structured data is easiest to query; unstructured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needs extraction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Semi-structured sits between: flexible keys, still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machine-readable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Types Of Datasets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