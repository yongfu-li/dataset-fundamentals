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Chapter 1 — Types of datasets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/>
            </a:pPr>
            <a:r>
              <a:t>Classify datasets by structure and temporal behavior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Learning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/>
            </a:pPr>
            <a:r>
              <a:t>Contrast structured, unstructured, and semi-structured data</a:t>
            </a:r>
          </a:p>
          <a:p>
            <a:pPr>
              <a:defRPr sz="2000"/>
            </a:pPr>
            <a:r>
              <a:t>Give a typical format and example for each structural type</a:t>
            </a:r>
          </a:p>
          <a:p>
            <a:pPr>
              <a:defRPr sz="2000"/>
            </a:pPr>
            <a:r>
              <a:t>Distinguish static from dynamic datasets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Two classification axes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/>
            </a:pPr>
            <a:r>
              <a:t>**Structure:** structured / unstructured / semi-structured</a:t>
            </a:r>
          </a:p>
          <a:p>
            <a:pPr>
              <a:defRPr sz="2000"/>
            </a:pPr>
            <a:r>
              <a:t>**Temporal behavior:** static vs dynamic</a:t>
            </a:r>
          </a:p>
          <a:p>
            <a:pPr>
              <a:defRPr sz="2000"/>
            </a:pPr>
            <a:r>
              <a:t>Structure affects how you store, query, and analyze</a:t>
            </a:r>
          </a:p>
          <a:p>
            <a:pPr>
              <a:defRPr sz="2000"/>
            </a:pPr>
            <a:r>
              <a:t>Choosing the right representation is a prerequisite for reliable analysis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Structured datasets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/>
            </a:pPr>
            <a:r>
              <a:t>Fixed schema: rows and columns, consistent types</a:t>
            </a:r>
          </a:p>
          <a:p>
            <a:pPr>
              <a:defRPr sz="2000"/>
            </a:pPr>
            <a:r>
              <a:t>Common stores: spreadsheets, relational tables, CSV</a:t>
            </a:r>
          </a:p>
          <a:p>
            <a:pPr>
              <a:defRPr sz="2000"/>
            </a:pPr>
            <a:r>
              <a:t>Easy to filter, join, and aggregate</a:t>
            </a:r>
          </a:p>
          <a:p>
            <a:pPr>
              <a:defRPr sz="2000"/>
            </a:pPr>
            <a:r>
              <a:t>Example: customer table (ID, Name, Email, …)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Unstructured datasets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/>
            </a:pPr>
            <a:r>
              <a:t>No fixed row–column schema</a:t>
            </a:r>
          </a:p>
          <a:p>
            <a:pPr>
              <a:defRPr sz="2000"/>
            </a:pPr>
            <a:r>
              <a:t>Text, images, audio, video</a:t>
            </a:r>
          </a:p>
          <a:p>
            <a:pPr>
              <a:defRPr sz="2000"/>
            </a:pPr>
            <a:r>
              <a:t>Insights often need NLP or computer vision</a:t>
            </a:r>
          </a:p>
          <a:p>
            <a:pPr>
              <a:defRPr sz="2000"/>
            </a:pPr>
            <a:r>
              <a:t>Example: social posts, X-rays, voice recordings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Semi-structured datasets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/>
            </a:pPr>
            <a:r>
              <a:t>Flexible schema with tags or keys (JSON, XML, YAML)</a:t>
            </a:r>
          </a:p>
          <a:p>
            <a:pPr>
              <a:defRPr sz="2000"/>
            </a:pPr>
            <a:r>
              <a:t>Nested fields without a rigid relational table</a:t>
            </a:r>
          </a:p>
          <a:p>
            <a:pPr>
              <a:defRPr sz="2000"/>
            </a:pPr>
            <a:r>
              <a:t>Example 1.7: JSON objects with varying optional keys</a:t>
            </a:r>
          </a:p>
          <a:p>
            <a:pPr>
              <a:defRPr sz="2000"/>
            </a:pPr>
            <a:r>
              <a:t>Try it: `modules/chapter1/example7/`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Static vs dynamic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/>
            </a:pPr>
            <a:r>
              <a:t>**Static:** snapshot that changes rarely (archive census extract)</a:t>
            </a:r>
          </a:p>
          <a:p>
            <a:pPr>
              <a:defRPr sz="2000"/>
            </a:pPr>
            <a:r>
              <a:t>**Dynamic:** updates continuously (sensor streams, click logs)</a:t>
            </a:r>
          </a:p>
          <a:p>
            <a:pPr>
              <a:defRPr sz="2000"/>
            </a:pPr>
            <a:r>
              <a:t>Same entity can appear in both forms over its lifecycle</a:t>
            </a:r>
          </a:p>
          <a:p>
            <a:pPr>
              <a:defRPr sz="2000"/>
            </a:pPr>
            <a:r>
              <a:t>Temporal behavior drives refresh, versioning, and monitoring needs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Takeaways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/>
            </a:pPr>
            <a:r>
              <a:t>Structure and time are independent axes</a:t>
            </a:r>
          </a:p>
          <a:p>
            <a:pPr>
              <a:defRPr sz="2000"/>
            </a:pPr>
            <a:r>
              <a:t>Structured data is easiest to query; unstructured needs extraction</a:t>
            </a:r>
          </a:p>
          <a:p>
            <a:pPr>
              <a:defRPr sz="2000"/>
            </a:pPr>
            <a:r>
              <a:t>Semi-structured sits between: flexible keys, still machine-readable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/>
            </a:pPr>
            <a:r>
              <a:t>Complete the quiz for this clip</a:t>
            </a:r>
          </a:p>
          <a:p>
            <a:pPr>
              <a:defRPr sz="2000"/>
            </a:pPr>
            <a:r>
              <a:t>Then continue to: Dataset formats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