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six retail transactions in CSV</a:t>
            </a:r>
          </a:p>
          <a:p>
            <a:r>
              <a:t>Key idea: each row is one sale; columns describe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nested property listings (semi-structured)</a:t>
            </a:r>
          </a:p>
          <a:p>
            <a:r>
              <a:t>Key idea: records need not be flat tables</a:t>
            </a:r>
          </a:p>
          <a:p>
            <a:r>
              <a:t>Same goal: meaningful, interpretable data for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Flexible schema with tags or keys (JSON, XML, YAML)</a:t>
            </a:r>
          </a:p>
          <a:p>
            <a:r>
              <a:t>Nested fields without a rigid relational table</a:t>
            </a:r>
          </a:p>
          <a:p>
            <a:r>
              <a:t>Example 1.7: JSON objects with varying optional keys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relational tables with typed columns</a:t>
            </a:r>
          </a:p>
          <a:p>
            <a:r>
              <a:t>Key idea: schema + queries for filtering and joins</a:t>
            </a:r>
          </a:p>
          <a:p>
            <a:r>
              <a:t>Fits structured datasets with stable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hierarchical binary store for arrays</a:t>
            </a:r>
          </a:p>
          <a:p>
            <a:r>
              <a:t>Key idea: efficient read/write for large numeric data</a:t>
            </a:r>
          </a:p>
          <a:p>
            <a:r>
              <a:t>Common in scientific and ML feature pipelines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financial ledger with a mis-keyed amount</a:t>
            </a:r>
          </a:p>
          <a:p>
            <a:r>
              <a:t>Key idea: one extra zero shifts monthly revenue by 10×</a:t>
            </a:r>
          </a:p>
          <a:p>
            <a:r>
              <a:t>Accuracy failures distort aggregates and forecasts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Metadata: who, when, schema, units, provenance</a:t>
            </a:r>
          </a:p>
          <a:p>
            <a:r>
              <a:t>Documentation: how to interpret and reuse the file</a:t>
            </a:r>
          </a:p>
          <a:p>
            <a:r>
              <a:t>Example 1.14: weather dataset metadata fields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compact income table + pandas profiling</a:t>
            </a:r>
          </a:p>
          <a:p>
            <a:r>
              <a:t>Key idea: summaries, distribution checks, missingness</a:t>
            </a:r>
          </a:p>
          <a:p>
            <a:r>
              <a:t>Adapt the script to any new 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one row per order (customer, category, date, amount)</a:t>
            </a:r>
          </a:p>
          <a:p>
            <a:r>
              <a:t>Key idea: aggregates reveal repurchase rhythms</a:t>
            </a:r>
          </a:p>
          <a:p>
            <a:r>
              <a:t>Drives segmentation and promotional calendars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Python workflow on churn labels</a:t>
            </a:r>
          </a:p>
          <a:p>
            <a:r>
              <a:t>Key idea: same arc as fraud or demand forecasting</a:t>
            </a:r>
          </a:p>
          <a:p>
            <a:r>
              <a:t>Only labels and cost of errors change by domain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1 — Introduction to datasets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Define a dataset as curated records and attributes prepared for a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Define what counts as a dataset (vs raw logs)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Distinguish records (rows) from attributes (columns)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Recognize the same idea in CSV and JSON 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is a dataset?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Curated collection of data for analysis or decisions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Typically organized as records and attributes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Prepared for a purpose: scope, structure,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Basic unit for ML, statistics, and business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Records and 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Record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one observation (row, instance)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Attribute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one property of that observation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(column, field)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Sales example: one sale = one record; Date, Product,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Price = attributes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Same pattern in healthcare, sensors, and other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1.1 — Sample CSV sales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modules/chapter1/example1/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1.4 — Housing prices in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modules/chapter1/example4/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A dataset is curated for a purpose, not just a dump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of bytes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Records + attributes are the core vocabulary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Form varies (CSV, JSON, images, text); the goal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stays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Contrast structured, unstructured, and semi-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structured data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Give a typical format and example for each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structural type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Distinguish static from dynamic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Two classification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Structure:</a:t>
            </a:r>
            <a:r>
              <a:rPr sz="2000" b="0">
                <a:solidFill>
                  <a:srgbClr val="333333"/>
                </a:solidFill>
                <a:latin typeface="Calibri"/>
              </a:rPr>
              <a:t> structured / unstructured / semi-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structured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Temporal behavior:</a:t>
            </a:r>
            <a:r>
              <a:rPr sz="2000" b="0">
                <a:solidFill>
                  <a:srgbClr val="333333"/>
                </a:solidFill>
                <a:latin typeface="Calibri"/>
              </a:rPr>
              <a:t> static vs dynamic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Structure affects how you store, query, and analyze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Choosing the right representation is a prerequisite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for reliable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Structured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Fixed schema: rows and columns, consistent types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Common stores: spreadsheets, relational tables, CSV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Easy to filter, join, and aggregate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Example: customer table (ID, Name, Email,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Unstructured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No fixed row–column schema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Text, images, audio, video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Insights often need NLP or computer vision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Example: social posts, X-rays, voice recordings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Semi-structured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modules/chapter1/example7/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Static vs dynamic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Static:</a:t>
            </a:r>
            <a:r>
              <a:rPr sz="2000" b="0">
                <a:solidFill>
                  <a:srgbClr val="333333"/>
                </a:solidFill>
                <a:latin typeface="Calibri"/>
              </a:rPr>
              <a:t> snapshot that changes rarely (archive census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extract)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Dynamic:</a:t>
            </a:r>
            <a:r>
              <a:rPr sz="2000" b="0">
                <a:solidFill>
                  <a:srgbClr val="333333"/>
                </a:solidFill>
                <a:latin typeface="Calibri"/>
              </a:rPr>
              <a:t> updates continuously (sensor streams, click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logs)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Same entity can appear in both forms over its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lifecycle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Temporal behavior drives refresh, versioning, and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monitoring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Structure and time are independent axes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Structured data is easiest to query; unstructured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needs extraction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Semi-structured sits between: flexible keys, still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machine-readable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Name common formats for tabular, hierarchical, and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geospatial data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Explain when CSV, SQL, HDF5, or GeoJSON is a fit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Link format choice to downstream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Why format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Format is how structure is serialized on disk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Wrong format creates friction in the pipeline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Match format to structure, volume, and tools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Complements the type taxonomy from the previous clip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Common formats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CSV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simple tabular exchange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SQL tables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queryable structured stores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JSON / GeoJSON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nested or spatial features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HDF5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large scientific / array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1.8 — SQL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modules/chapter1/example8/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1.9 — HDF5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modules/chapter1/example9/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Choosing a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Start from structure (tabular vs nested vs spatial)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Consider size, update rate, and who will query it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Prefer formats your stack already supports well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Document the choice in metadata (next quality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topics)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Format = serialization of structure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CSV and SQL dominate everyday tables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HDF5 and GeoJSON serve specialized shapes and scales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List five quality dimensions from the chapter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Diagnose accuracy, completeness, and consistency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defects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Explain why metadata and documentation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Five quality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Accuracy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values reflect ground truth closely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enough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Completeness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needed records and attributes are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present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Consistency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uniform formats, units, definitions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Relevance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data answers the intended question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Timeliness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data is sufficiently up to 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1.11 — Incorrect transaction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modules/chapter1/example11/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Completeness and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Missing age or diagnosis fields bias clinical models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(eg:1.12)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Mixed date formats break chronological sorting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(eg:1.13)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Defects interact: complete yet inaccurate still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fails the task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Systematic repair is deferred to later chapters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Metadata and documentation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modules/chapter1/example14/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Quality is multi-dimensional and task-relative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Spot accuracy, missingness, and format clashes early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Metadata + docs make datasets usable beyond their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author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State three early questions exploration should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answer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Match common tools to dataset size and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Outline a first-pass profiling pattern (summaries +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visuals + missingness)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Why explore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Turns an unfamiliar file into a mental model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Surfaces seasonal patterns, outliers, missing fields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Shapes which quality issues to prioritize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Does not replace formal cleaning—reveals where it is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Three early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What is in the table?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What looks suspicious?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What analysis goals remain feasible given defects?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Tools for exploration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Spreadsheets — small tables, quick looks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SQL — filter and aggregate relational stores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pandas — reproducible profiling scripts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Tableau / Power BI — shared interactive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1.20 — Household incomes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modules/chapter1/example20/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Explore before modeling to set expectations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Tool choice follows size, structure, and audience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Document what you inspected and what you will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Map sectors to typical datasets and analytical goals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Trace the shared lifecycle: define, assess, explore,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act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Outline the customer-churn case study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Applications across sectors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Retail: purchase histories → segmentation, forecasts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Healthcare: EHRs and wearables → risk and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Finance: ledgers → fraud and credit scoring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Education and government: logs and statistics →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intervention and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1.21 — Purchase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modules/chapter1/example21/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Case study: customer churn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Collect and join customer behavior features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Explore and clean before modeling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Train a classifier; score risk of cancellation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Act with retention offers guided by feature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1.31 — Churn model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modules/chapter1/example31/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Domain vocabulary changes; the lifecycle does not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Exploration and quality feed every serious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Churn shows define → prepare → model → intervene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Explain why management matters after models ship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List core management practices (versioning,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metadata, access, catalog)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Name privacy and security controls that protect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sensitive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Why management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Quiet work: access, versions, backups, retention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Traceability for audits and collaboration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Prevents undocumented preprocessing from poisoning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models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Protects the investment in collection and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Best practices (overview)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Version control for evolving extracts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Cleaning and transformation with clear schemas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Metadata documentation and data catalogs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Storage, backups, and role-based 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Privacy and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Encryption at rest and in transit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Anonymization / de-identification for sharing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MFA and role-based access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Compliance (e.g., GDPR, HIPAA) plus audit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Looking 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This chapter: what datasets are and how to use them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responsibly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Next: Chapter 2 — how records are collected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Management depth continues in later chapters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(privacy, docs, storage)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Management is not an optional add-on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Versioning + metadata + access must work together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Protection begins when records are first stored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